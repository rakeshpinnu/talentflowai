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793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1" roundtripDataSignature="AMtx7mitllkBOpSIo+foDNAV8ppHfAkj3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7072550-EF59-46E0-827C-C5B7B6B1D680}">
  <a:tblStyle styleId="{D7072550-EF59-46E0-827C-C5B7B6B1D68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customschemas.google.com/relationships/presentationmetadata" Target="metadata"/><Relationship Id="rId5" Type="http://schemas.openxmlformats.org/officeDocument/2006/relationships/slide" Target="slides/slide4.xml"/><Relationship Id="rId15" Type="http://schemas.openxmlformats.org/officeDocument/2006/relationships/tableStyles" Target="tableStyles.xml"/><Relationship Id="rId4" Type="http://schemas.openxmlformats.org/officeDocument/2006/relationships/slide" Target="slides/slide3.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 name="Google Shape;4;n"/>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3: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3" name="Google Shape;173;p3: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4: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4" name="Google Shape;184;p4: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5: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5: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7:notes"/>
          <p:cNvSpPr txBox="1">
            <a:spLocks noGrp="1"/>
          </p:cNvSpPr>
          <p:nvPr>
            <p:ph type="body" idx="1"/>
          </p:nvPr>
        </p:nvSpPr>
        <p:spPr>
          <a:xfrm>
            <a:off x="914400" y="4343400"/>
            <a:ext cx="50292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7:notes"/>
          <p:cNvSpPr>
            <a:spLocks noGrp="1" noRot="1" noChangeAspect="1"/>
          </p:cNvSpPr>
          <p:nvPr>
            <p:ph type="sldImg" idx="2"/>
          </p:nvPr>
        </p:nvSpPr>
        <p:spPr>
          <a:xfrm>
            <a:off x="384175" y="685800"/>
            <a:ext cx="608965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Section Header">
  <p:cSld name="Section Header">
    <p:bg>
      <p:bgPr>
        <a:solidFill>
          <a:srgbClr val="0BA2B3"/>
        </a:solidFill>
        <a:effectLst/>
      </p:bgPr>
    </p:bg>
    <p:spTree>
      <p:nvGrpSpPr>
        <p:cNvPr id="1" name="Shape 10"/>
        <p:cNvGrpSpPr/>
        <p:nvPr/>
      </p:nvGrpSpPr>
      <p:grpSpPr>
        <a:xfrm>
          <a:off x="0" y="0"/>
          <a:ext cx="0" cy="0"/>
          <a:chOff x="0" y="0"/>
          <a:chExt cx="0" cy="0"/>
        </a:xfrm>
      </p:grpSpPr>
      <p:pic>
        <p:nvPicPr>
          <p:cNvPr id="11" name="Google Shape;11;p9"/>
          <p:cNvPicPr preferRelativeResize="0"/>
          <p:nvPr/>
        </p:nvPicPr>
        <p:blipFill rotWithShape="1">
          <a:blip r:embed="rId2">
            <a:alphaModFix/>
          </a:blip>
          <a:srcRect/>
          <a:stretch/>
        </p:blipFill>
        <p:spPr>
          <a:xfrm>
            <a:off x="10489770" y="5461000"/>
            <a:ext cx="1524000" cy="1206500"/>
          </a:xfrm>
          <a:prstGeom prst="rect">
            <a:avLst/>
          </a:prstGeom>
          <a:noFill/>
          <a:ln>
            <a:noFill/>
          </a:ln>
        </p:spPr>
      </p:pic>
      <p:sp>
        <p:nvSpPr>
          <p:cNvPr id="12" name="Google Shape;12;p9"/>
          <p:cNvSpPr/>
          <p:nvPr/>
        </p:nvSpPr>
        <p:spPr>
          <a:xfrm>
            <a:off x="3554946" y="4955133"/>
            <a:ext cx="2120057"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ctr" anchorCtr="0">
            <a:spAutoFit/>
          </a:bodyPr>
          <a:lstStyle/>
          <a:p>
            <a:pPr marL="0" marR="0" lvl="0" indent="0" algn="ctr" rtl="0">
              <a:lnSpc>
                <a:spcPct val="157142"/>
              </a:lnSpc>
              <a:spcBef>
                <a:spcPts val="0"/>
              </a:spcBef>
              <a:spcAft>
                <a:spcPts val="0"/>
              </a:spcAft>
              <a:buClr>
                <a:srgbClr val="B40000"/>
              </a:buClr>
              <a:buSzPts val="1400"/>
              <a:buFont typeface="Arial"/>
              <a:buNone/>
            </a:pPr>
            <a:r>
              <a:rPr lang="en-US" sz="1400" b="1" i="0" u="none" strike="noStrike" cap="none">
                <a:solidFill>
                  <a:srgbClr val="B40000"/>
                </a:solidFill>
                <a:latin typeface="Arial"/>
                <a:ea typeface="Arial"/>
                <a:cs typeface="Arial"/>
                <a:sym typeface="Arial"/>
              </a:rPr>
              <a:t> </a:t>
            </a:r>
            <a:endParaRPr/>
          </a:p>
        </p:txBody>
      </p:sp>
      <p:sp>
        <p:nvSpPr>
          <p:cNvPr id="13" name="Google Shape;13;p9"/>
          <p:cNvSpPr txBox="1">
            <a:spLocks noGrp="1"/>
          </p:cNvSpPr>
          <p:nvPr>
            <p:ph type="body" idx="1"/>
          </p:nvPr>
        </p:nvSpPr>
        <p:spPr>
          <a:xfrm>
            <a:off x="640800" y="5886454"/>
            <a:ext cx="8280000" cy="451754"/>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1500"/>
              <a:buFont typeface="Arial"/>
              <a:buNone/>
              <a:defRPr sz="15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4" name="Google Shape;14;p9"/>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sp>
        <p:nvSpPr>
          <p:cNvPr id="15" name="Google Shape;15;p9"/>
          <p:cNvSpPr txBox="1">
            <a:spLocks noGrp="1"/>
          </p:cNvSpPr>
          <p:nvPr>
            <p:ph type="title"/>
          </p:nvPr>
        </p:nvSpPr>
        <p:spPr>
          <a:xfrm>
            <a:off x="640800" y="4843803"/>
            <a:ext cx="8280000" cy="1037888"/>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4000"/>
              <a:buFont typeface="Arial"/>
              <a:buNone/>
              <a:defRPr sz="4000">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pic>
        <p:nvPicPr>
          <p:cNvPr id="16" name="Google Shape;16;p9"/>
          <p:cNvPicPr preferRelativeResize="0"/>
          <p:nvPr/>
        </p:nvPicPr>
        <p:blipFill rotWithShape="1">
          <a:blip r:embed="rId3">
            <a:alphaModFix/>
          </a:blip>
          <a:srcRect/>
          <a:stretch/>
        </p:blipFill>
        <p:spPr>
          <a:xfrm>
            <a:off x="10616196" y="435122"/>
            <a:ext cx="1116970" cy="363664"/>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lide with logo">
  <p:cSld name="Slide with logo">
    <p:spTree>
      <p:nvGrpSpPr>
        <p:cNvPr id="1" name="Shape 17"/>
        <p:cNvGrpSpPr/>
        <p:nvPr/>
      </p:nvGrpSpPr>
      <p:grpSpPr>
        <a:xfrm>
          <a:off x="0" y="0"/>
          <a:ext cx="0" cy="0"/>
          <a:chOff x="0" y="0"/>
          <a:chExt cx="0" cy="0"/>
        </a:xfrm>
      </p:grpSpPr>
      <p:sp>
        <p:nvSpPr>
          <p:cNvPr id="18" name="Google Shape;18;p10"/>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9" name="Google Shape;19;p10"/>
          <p:cNvSpPr/>
          <p:nvPr/>
        </p:nvSpPr>
        <p:spPr>
          <a:xfrm>
            <a:off x="10297948" y="1240221"/>
            <a:ext cx="1481958" cy="672662"/>
          </a:xfrm>
          <a:prstGeom prst="rect">
            <a:avLst/>
          </a:prstGeom>
          <a:solidFill>
            <a:schemeClr val="lt1"/>
          </a:solidFill>
          <a:ln w="12700" cap="flat" cmpd="sng">
            <a:solidFill>
              <a:schemeClr val="lt1"/>
            </a:solidFill>
            <a:prstDash val="solid"/>
            <a:miter lim="400000"/>
            <a:headEnd type="none" w="sm" len="sm"/>
            <a:tailEnd type="none" w="sm" len="sm"/>
          </a:ln>
        </p:spPr>
        <p:txBody>
          <a:bodyPr spcFirstLastPara="1" wrap="square" lIns="91425" tIns="91425" rIns="91425" bIns="91425" anchor="ctr" anchorCtr="0">
            <a:spAutoFit/>
          </a:bodyPr>
          <a:lstStyle/>
          <a:p>
            <a:pPr marL="0" marR="0" lvl="0" indent="0" algn="ctr" rtl="0">
              <a:lnSpc>
                <a:spcPct val="100000"/>
              </a:lnSpc>
              <a:spcBef>
                <a:spcPts val="0"/>
              </a:spcBef>
              <a:spcAft>
                <a:spcPts val="0"/>
              </a:spcAft>
              <a:buClr>
                <a:srgbClr val="613100"/>
              </a:buClr>
              <a:buSzPts val="2800"/>
              <a:buFont typeface="Arial"/>
              <a:buNone/>
            </a:pPr>
            <a:endParaRPr sz="2800" b="1" i="0" u="none" strike="noStrike" cap="none">
              <a:solidFill>
                <a:srgbClr val="B40000"/>
              </a:solidFill>
              <a:latin typeface="Arial"/>
              <a:ea typeface="Arial"/>
              <a:cs typeface="Arial"/>
              <a:sym typeface="Arial"/>
            </a:endParaRPr>
          </a:p>
        </p:txBody>
      </p:sp>
      <p:pic>
        <p:nvPicPr>
          <p:cNvPr id="20" name="Google Shape;20;p10"/>
          <p:cNvPicPr preferRelativeResize="0"/>
          <p:nvPr/>
        </p:nvPicPr>
        <p:blipFill rotWithShape="1">
          <a:blip r:embed="rId2">
            <a:alphaModFix/>
          </a:blip>
          <a:srcRect/>
          <a:stretch/>
        </p:blipFill>
        <p:spPr>
          <a:xfrm>
            <a:off x="10629023" y="362581"/>
            <a:ext cx="1150883" cy="43054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2 Contents">
  <p:cSld name="Title and 2 Contents">
    <p:spTree>
      <p:nvGrpSpPr>
        <p:cNvPr id="1" name="Shape 21"/>
        <p:cNvGrpSpPr/>
        <p:nvPr/>
      </p:nvGrpSpPr>
      <p:grpSpPr>
        <a:xfrm>
          <a:off x="0" y="0"/>
          <a:ext cx="0" cy="0"/>
          <a:chOff x="0" y="0"/>
          <a:chExt cx="0" cy="0"/>
        </a:xfrm>
      </p:grpSpPr>
      <p:pic>
        <p:nvPicPr>
          <p:cNvPr id="22" name="Google Shape;22;p11"/>
          <p:cNvPicPr preferRelativeResize="0"/>
          <p:nvPr/>
        </p:nvPicPr>
        <p:blipFill rotWithShape="1">
          <a:blip r:embed="rId2">
            <a:alphaModFix/>
          </a:blip>
          <a:srcRect/>
          <a:stretch/>
        </p:blipFill>
        <p:spPr>
          <a:xfrm>
            <a:off x="6089650" y="0"/>
            <a:ext cx="6089650" cy="2087592"/>
          </a:xfrm>
          <a:prstGeom prst="rect">
            <a:avLst/>
          </a:prstGeom>
          <a:noFill/>
          <a:ln>
            <a:noFill/>
          </a:ln>
        </p:spPr>
      </p:pic>
      <p:pic>
        <p:nvPicPr>
          <p:cNvPr id="23" name="Google Shape;23;p11"/>
          <p:cNvPicPr preferRelativeResize="0"/>
          <p:nvPr/>
        </p:nvPicPr>
        <p:blipFill rotWithShape="1">
          <a:blip r:embed="rId3">
            <a:alphaModFix/>
          </a:blip>
          <a:srcRect/>
          <a:stretch/>
        </p:blipFill>
        <p:spPr>
          <a:xfrm>
            <a:off x="0" y="2692400"/>
            <a:ext cx="4178300" cy="4165600"/>
          </a:xfrm>
          <a:prstGeom prst="rect">
            <a:avLst/>
          </a:prstGeom>
          <a:noFill/>
          <a:ln>
            <a:noFill/>
          </a:ln>
        </p:spPr>
      </p:pic>
      <p:sp>
        <p:nvSpPr>
          <p:cNvPr id="24" name="Google Shape;24;p11"/>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25" name="Google Shape;25;p11"/>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0" lvl="1"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0" lvl="2"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0" lvl="3"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0" lvl="4"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0" lvl="5"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0" lvl="6"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0" lvl="7"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0" lvl="8" indent="0" algn="r">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26" name="Google Shape;26;p11"/>
          <p:cNvSpPr txBox="1">
            <a:spLocks noGrp="1"/>
          </p:cNvSpPr>
          <p:nvPr>
            <p:ph type="body" idx="1"/>
          </p:nvPr>
        </p:nvSpPr>
        <p:spPr>
          <a:xfrm>
            <a:off x="360000" y="1440000"/>
            <a:ext cx="5040000" cy="252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27" name="Google Shape;27;p11"/>
          <p:cNvSpPr txBox="1">
            <a:spLocks noGrp="1"/>
          </p:cNvSpPr>
          <p:nvPr>
            <p:ph type="body" idx="2"/>
          </p:nvPr>
        </p:nvSpPr>
        <p:spPr>
          <a:xfrm>
            <a:off x="360000" y="1799999"/>
            <a:ext cx="504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28" name="Google Shape;28;p11"/>
          <p:cNvSpPr txBox="1">
            <a:spLocks noGrp="1"/>
          </p:cNvSpPr>
          <p:nvPr>
            <p:ph type="body" idx="3"/>
          </p:nvPr>
        </p:nvSpPr>
        <p:spPr>
          <a:xfrm>
            <a:off x="6089650" y="1440000"/>
            <a:ext cx="5040000" cy="252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29" name="Google Shape;29;p11"/>
          <p:cNvSpPr txBox="1">
            <a:spLocks noGrp="1"/>
          </p:cNvSpPr>
          <p:nvPr>
            <p:ph type="body" idx="4"/>
          </p:nvPr>
        </p:nvSpPr>
        <p:spPr>
          <a:xfrm>
            <a:off x="6089650" y="1799999"/>
            <a:ext cx="504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30" name="Google Shape;30;p11"/>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31" name="Google Shape;31;p11"/>
          <p:cNvPicPr preferRelativeResize="0"/>
          <p:nvPr/>
        </p:nvPicPr>
        <p:blipFill rotWithShape="1">
          <a:blip r:embed="rId4">
            <a:alphaModFix/>
          </a:blip>
          <a:srcRect/>
          <a:stretch/>
        </p:blipFill>
        <p:spPr>
          <a:xfrm>
            <a:off x="10667661" y="404660"/>
            <a:ext cx="1063903" cy="346387"/>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Custom Layout">
  <p:cSld name="Custom Layout">
    <p:spTree>
      <p:nvGrpSpPr>
        <p:cNvPr id="1" name="Shape 32"/>
        <p:cNvGrpSpPr/>
        <p:nvPr/>
      </p:nvGrpSpPr>
      <p:grpSpPr>
        <a:xfrm>
          <a:off x="0" y="0"/>
          <a:ext cx="0" cy="0"/>
          <a:chOff x="0" y="0"/>
          <a:chExt cx="0" cy="0"/>
        </a:xfrm>
      </p:grpSpPr>
      <p:sp>
        <p:nvSpPr>
          <p:cNvPr id="33" name="Google Shape;33;p12"/>
          <p:cNvSpPr txBox="1">
            <a:spLocks noGrp="1"/>
          </p:cNvSpPr>
          <p:nvPr>
            <p:ph type="title"/>
          </p:nvPr>
        </p:nvSpPr>
        <p:spPr>
          <a:xfrm>
            <a:off x="635128" y="4640687"/>
            <a:ext cx="9000000" cy="457295"/>
          </a:xfrm>
          <a:prstGeom prst="rect">
            <a:avLst/>
          </a:prstGeom>
          <a:noFill/>
          <a:ln>
            <a:noFill/>
          </a:ln>
        </p:spPr>
        <p:txBody>
          <a:bodyPr spcFirstLastPara="1" wrap="square" lIns="0" tIns="0" rIns="0" bIns="0" anchor="t" anchorCtr="0">
            <a:noAutofit/>
          </a:bodyPr>
          <a:lstStyle>
            <a:lvl1pPr lvl="0" algn="l">
              <a:lnSpc>
                <a:spcPct val="187500"/>
              </a:lnSpc>
              <a:spcBef>
                <a:spcPts val="0"/>
              </a:spcBef>
              <a:spcAft>
                <a:spcPts val="0"/>
              </a:spcAft>
              <a:buClr>
                <a:schemeClr val="dk1"/>
              </a:buClr>
              <a:buSzPts val="1600"/>
              <a:buFont typeface="Arial"/>
              <a:buNone/>
              <a:defRPr sz="1600"/>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pic>
        <p:nvPicPr>
          <p:cNvPr id="34" name="Google Shape;34;p12"/>
          <p:cNvPicPr preferRelativeResize="0"/>
          <p:nvPr/>
        </p:nvPicPr>
        <p:blipFill rotWithShape="1">
          <a:blip r:embed="rId2">
            <a:alphaModFix/>
          </a:blip>
          <a:srcRect/>
          <a:stretch/>
        </p:blipFill>
        <p:spPr>
          <a:xfrm>
            <a:off x="10897966" y="362286"/>
            <a:ext cx="833598" cy="416799"/>
          </a:xfrm>
          <a:prstGeom prst="rect">
            <a:avLst/>
          </a:prstGeom>
          <a:noFill/>
          <a:ln>
            <a:noFill/>
          </a:ln>
        </p:spPr>
      </p:pic>
      <p:sp>
        <p:nvSpPr>
          <p:cNvPr id="35" name="Google Shape;35;p12"/>
          <p:cNvSpPr/>
          <p:nvPr/>
        </p:nvSpPr>
        <p:spPr>
          <a:xfrm>
            <a:off x="165529" y="190499"/>
            <a:ext cx="11848241" cy="6477001"/>
          </a:xfrm>
          <a:prstGeom prst="rect">
            <a:avLst/>
          </a:prstGeom>
          <a:noFill/>
          <a:ln w="9525" cap="flat" cmpd="sng">
            <a:solidFill>
              <a:schemeClr val="accen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36" name="Google Shape;36;p12" descr="Image"/>
          <p:cNvPicPr preferRelativeResize="0"/>
          <p:nvPr/>
        </p:nvPicPr>
        <p:blipFill rotWithShape="1">
          <a:blip r:embed="rId3">
            <a:alphaModFix/>
          </a:blip>
          <a:srcRect/>
          <a:stretch/>
        </p:blipFill>
        <p:spPr>
          <a:xfrm>
            <a:off x="600348" y="393566"/>
            <a:ext cx="6557643" cy="3556001"/>
          </a:xfrm>
          <a:prstGeom prst="rect">
            <a:avLst/>
          </a:prstGeom>
          <a:noFill/>
          <a:ln>
            <a:noFill/>
          </a:ln>
        </p:spPr>
      </p:pic>
      <p:pic>
        <p:nvPicPr>
          <p:cNvPr id="37" name="Google Shape;37;p12"/>
          <p:cNvPicPr preferRelativeResize="0"/>
          <p:nvPr/>
        </p:nvPicPr>
        <p:blipFill rotWithShape="1">
          <a:blip r:embed="rId4">
            <a:alphaModFix/>
          </a:blip>
          <a:srcRect/>
          <a:stretch/>
        </p:blipFill>
        <p:spPr>
          <a:xfrm>
            <a:off x="10629023" y="362581"/>
            <a:ext cx="1150883" cy="43054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Slide">
  <p:cSld name="Title Slide">
    <p:bg>
      <p:bgPr>
        <a:solidFill>
          <a:schemeClr val="accent1"/>
        </a:solidFill>
        <a:effectLst/>
      </p:bgPr>
    </p:bg>
    <p:spTree>
      <p:nvGrpSpPr>
        <p:cNvPr id="1" name="Shape 38"/>
        <p:cNvGrpSpPr/>
        <p:nvPr/>
      </p:nvGrpSpPr>
      <p:grpSpPr>
        <a:xfrm>
          <a:off x="0" y="0"/>
          <a:ext cx="0" cy="0"/>
          <a:chOff x="0" y="0"/>
          <a:chExt cx="0" cy="0"/>
        </a:xfrm>
      </p:grpSpPr>
      <p:pic>
        <p:nvPicPr>
          <p:cNvPr id="39" name="Google Shape;39;p13"/>
          <p:cNvPicPr preferRelativeResize="0"/>
          <p:nvPr/>
        </p:nvPicPr>
        <p:blipFill rotWithShape="1">
          <a:blip r:embed="rId2">
            <a:alphaModFix/>
          </a:blip>
          <a:srcRect/>
          <a:stretch/>
        </p:blipFill>
        <p:spPr>
          <a:xfrm>
            <a:off x="10197670" y="5461000"/>
            <a:ext cx="1816100" cy="1206500"/>
          </a:xfrm>
          <a:prstGeom prst="rect">
            <a:avLst/>
          </a:prstGeom>
          <a:noFill/>
          <a:ln>
            <a:noFill/>
          </a:ln>
        </p:spPr>
      </p:pic>
      <p:pic>
        <p:nvPicPr>
          <p:cNvPr id="40" name="Google Shape;40;p13"/>
          <p:cNvPicPr preferRelativeResize="0"/>
          <p:nvPr/>
        </p:nvPicPr>
        <p:blipFill rotWithShape="1">
          <a:blip r:embed="rId3">
            <a:alphaModFix/>
          </a:blip>
          <a:srcRect/>
          <a:stretch/>
        </p:blipFill>
        <p:spPr>
          <a:xfrm>
            <a:off x="165529" y="190499"/>
            <a:ext cx="1816100" cy="1206500"/>
          </a:xfrm>
          <a:prstGeom prst="rect">
            <a:avLst/>
          </a:prstGeom>
          <a:noFill/>
          <a:ln>
            <a:noFill/>
          </a:ln>
        </p:spPr>
      </p:pic>
      <p:sp>
        <p:nvSpPr>
          <p:cNvPr id="41" name="Google Shape;41;p13"/>
          <p:cNvSpPr/>
          <p:nvPr/>
        </p:nvSpPr>
        <p:spPr>
          <a:xfrm>
            <a:off x="3554946" y="4955133"/>
            <a:ext cx="2120057"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ctr" anchorCtr="0">
            <a:spAutoFit/>
          </a:bodyPr>
          <a:lstStyle/>
          <a:p>
            <a:pPr marL="0" marR="0" lvl="0" indent="0" algn="ctr" rtl="0">
              <a:lnSpc>
                <a:spcPct val="157142"/>
              </a:lnSpc>
              <a:spcBef>
                <a:spcPts val="0"/>
              </a:spcBef>
              <a:spcAft>
                <a:spcPts val="0"/>
              </a:spcAft>
              <a:buClr>
                <a:srgbClr val="B40000"/>
              </a:buClr>
              <a:buSzPts val="1400"/>
              <a:buFont typeface="Arial"/>
              <a:buNone/>
            </a:pPr>
            <a:r>
              <a:rPr lang="en-US" sz="1400" b="1" i="0" u="none" strike="noStrike" cap="none">
                <a:solidFill>
                  <a:srgbClr val="B40000"/>
                </a:solidFill>
                <a:latin typeface="Arial"/>
                <a:ea typeface="Arial"/>
                <a:cs typeface="Arial"/>
                <a:sym typeface="Arial"/>
              </a:rPr>
              <a:t> </a:t>
            </a:r>
            <a:endParaRPr/>
          </a:p>
        </p:txBody>
      </p:sp>
      <p:sp>
        <p:nvSpPr>
          <p:cNvPr id="42" name="Google Shape;42;p13"/>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sp>
        <p:nvSpPr>
          <p:cNvPr id="43" name="Google Shape;43;p13"/>
          <p:cNvSpPr txBox="1">
            <a:spLocks noGrp="1"/>
          </p:cNvSpPr>
          <p:nvPr>
            <p:ph type="body" idx="1"/>
          </p:nvPr>
        </p:nvSpPr>
        <p:spPr>
          <a:xfrm>
            <a:off x="640800" y="5850000"/>
            <a:ext cx="3818481" cy="630165"/>
          </a:xfrm>
          <a:prstGeom prst="rect">
            <a:avLst/>
          </a:prstGeom>
          <a:noFill/>
          <a:ln>
            <a:noFill/>
          </a:ln>
        </p:spPr>
        <p:txBody>
          <a:bodyPr spcFirstLastPara="1" wrap="square" lIns="0" tIns="0" rIns="0" bIns="0" anchor="t" anchorCtr="0">
            <a:noAutofit/>
          </a:bodyPr>
          <a:lstStyle>
            <a:lvl1pPr marL="457200" marR="0" lvl="0" indent="-228600" algn="l" rtl="0">
              <a:lnSpc>
                <a:spcPct val="142857"/>
              </a:lnSpc>
              <a:spcBef>
                <a:spcPts val="0"/>
              </a:spcBef>
              <a:spcAft>
                <a:spcPts val="0"/>
              </a:spcAft>
              <a:buClr>
                <a:srgbClr val="A32200"/>
              </a:buClr>
              <a:buSzPts val="700"/>
              <a:buFont typeface="Arial"/>
              <a:buNone/>
              <a:defRPr sz="700" b="0" i="0" u="none" strike="noStrike" cap="none">
                <a:solidFill>
                  <a:srgbClr val="A32200"/>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44" name="Google Shape;44;p13"/>
          <p:cNvSpPr txBox="1">
            <a:spLocks noGrp="1"/>
          </p:cNvSpPr>
          <p:nvPr>
            <p:ph type="body" idx="2"/>
          </p:nvPr>
        </p:nvSpPr>
        <p:spPr>
          <a:xfrm>
            <a:off x="640800" y="4574120"/>
            <a:ext cx="8822225" cy="914427"/>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45" name="Google Shape;45;p13"/>
          <p:cNvSpPr txBox="1">
            <a:spLocks noGrp="1"/>
          </p:cNvSpPr>
          <p:nvPr>
            <p:ph type="subTitle" idx="3"/>
          </p:nvPr>
        </p:nvSpPr>
        <p:spPr>
          <a:xfrm>
            <a:off x="644227" y="2845823"/>
            <a:ext cx="8820000" cy="1513235"/>
          </a:xfrm>
          <a:prstGeom prst="rect">
            <a:avLst/>
          </a:prstGeom>
          <a:noFill/>
          <a:ln>
            <a:noFill/>
          </a:ln>
        </p:spPr>
        <p:txBody>
          <a:bodyPr spcFirstLastPara="1" wrap="square" lIns="0" tIns="0" rIns="0" bIns="0" anchor="t" anchorCtr="0">
            <a:noAutofit/>
          </a:bodyPr>
          <a:lstStyle>
            <a:lvl1pPr marR="0" lvl="0" algn="l" rtl="0">
              <a:lnSpc>
                <a:spcPct val="91666"/>
              </a:lnSpc>
              <a:spcBef>
                <a:spcPts val="800"/>
              </a:spcBef>
              <a:spcAft>
                <a:spcPts val="0"/>
              </a:spcAft>
              <a:buClr>
                <a:schemeClr val="lt1"/>
              </a:buClr>
              <a:buSzPts val="6000"/>
              <a:buFont typeface="Arial"/>
              <a:buNone/>
              <a:defRPr sz="6000" b="1" i="0" u="none" strike="noStrike" cap="none">
                <a:solidFill>
                  <a:schemeClr val="lt1"/>
                </a:solidFill>
                <a:latin typeface="Arial"/>
                <a:ea typeface="Arial"/>
                <a:cs typeface="Arial"/>
                <a:sym typeface="Arial"/>
              </a:defRPr>
            </a:lvl1pPr>
            <a:lvl2pPr marR="0" lvl="1"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2pPr>
            <a:lvl3pPr marR="0" lvl="2"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3pPr>
            <a:lvl4pPr marR="0" lvl="3"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4pPr>
            <a:lvl5pPr marR="0" lvl="4" algn="ctr" rtl="0">
              <a:lnSpc>
                <a:spcPct val="100000"/>
              </a:lnSpc>
              <a:spcBef>
                <a:spcPts val="500"/>
              </a:spcBef>
              <a:spcAft>
                <a:spcPts val="0"/>
              </a:spcAft>
              <a:buClr>
                <a:schemeClr val="lt1"/>
              </a:buClr>
              <a:buSzPts val="1400"/>
              <a:buFont typeface="Arial"/>
              <a:buNone/>
              <a:defRPr sz="1400" b="0" i="0" u="none" strike="noStrike" cap="none">
                <a:solidFill>
                  <a:schemeClr val="lt1"/>
                </a:solidFill>
                <a:latin typeface="Arial"/>
                <a:ea typeface="Arial"/>
                <a:cs typeface="Arial"/>
                <a:sym typeface="Arial"/>
              </a:defRPr>
            </a:lvl5pPr>
            <a:lvl6pPr marR="0" lvl="5"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6pPr>
            <a:lvl7pPr marR="0" lvl="6"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7pPr>
            <a:lvl8pPr marR="0" lvl="7"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8pPr>
            <a:lvl9pPr marR="0" lvl="8" algn="ctr" rtl="0">
              <a:lnSpc>
                <a:spcPct val="133333"/>
              </a:lnSpc>
              <a:spcBef>
                <a:spcPts val="1000"/>
              </a:spcBef>
              <a:spcAft>
                <a:spcPts val="0"/>
              </a:spcAft>
              <a:buClr>
                <a:schemeClr val="lt1"/>
              </a:buClr>
              <a:buSzPts val="1200"/>
              <a:buFont typeface="Arial"/>
              <a:buNone/>
              <a:defRPr sz="1200" b="0" i="0" u="none" strike="noStrike" cap="none">
                <a:solidFill>
                  <a:schemeClr val="lt1"/>
                </a:solidFill>
                <a:latin typeface="Arial"/>
                <a:ea typeface="Arial"/>
                <a:cs typeface="Arial"/>
                <a:sym typeface="Arial"/>
              </a:defRPr>
            </a:lvl9pPr>
          </a:lstStyle>
          <a:p>
            <a:endParaRPr/>
          </a:p>
        </p:txBody>
      </p:sp>
      <p:pic>
        <p:nvPicPr>
          <p:cNvPr id="46" name="Google Shape;46;p13"/>
          <p:cNvPicPr preferRelativeResize="0"/>
          <p:nvPr/>
        </p:nvPicPr>
        <p:blipFill rotWithShape="1">
          <a:blip r:embed="rId4">
            <a:alphaModFix/>
          </a:blip>
          <a:srcRect/>
          <a:stretch/>
        </p:blipFill>
        <p:spPr>
          <a:xfrm>
            <a:off x="10121449" y="507429"/>
            <a:ext cx="1496116" cy="74805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47"/>
        <p:cNvGrpSpPr/>
        <p:nvPr/>
      </p:nvGrpSpPr>
      <p:grpSpPr>
        <a:xfrm>
          <a:off x="0" y="0"/>
          <a:ext cx="0" cy="0"/>
          <a:chOff x="0" y="0"/>
          <a:chExt cx="0" cy="0"/>
        </a:xfrm>
      </p:grpSpPr>
      <p:sp>
        <p:nvSpPr>
          <p:cNvPr id="48" name="Google Shape;48;p14"/>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49" name="Google Shape;49;p14"/>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50" name="Google Shape;50;p14"/>
          <p:cNvSpPr txBox="1">
            <a:spLocks noGrp="1"/>
          </p:cNvSpPr>
          <p:nvPr>
            <p:ph type="body" idx="1"/>
          </p:nvPr>
        </p:nvSpPr>
        <p:spPr>
          <a:xfrm>
            <a:off x="360000" y="1440000"/>
            <a:ext cx="90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51" name="Google Shape;51;p14"/>
          <p:cNvSpPr txBox="1">
            <a:spLocks noGrp="1"/>
          </p:cNvSpPr>
          <p:nvPr>
            <p:ph type="body" idx="2"/>
          </p:nvPr>
        </p:nvSpPr>
        <p:spPr>
          <a:xfrm>
            <a:off x="360000" y="1799999"/>
            <a:ext cx="90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and Content Dark">
  <p:cSld name="Title and Content Dark">
    <p:bg>
      <p:bgPr>
        <a:solidFill>
          <a:schemeClr val="accent2"/>
        </a:solidFill>
        <a:effectLst/>
      </p:bgPr>
    </p:bg>
    <p:spTree>
      <p:nvGrpSpPr>
        <p:cNvPr id="1" name="Shape 52"/>
        <p:cNvGrpSpPr/>
        <p:nvPr/>
      </p:nvGrpSpPr>
      <p:grpSpPr>
        <a:xfrm>
          <a:off x="0" y="0"/>
          <a:ext cx="0" cy="0"/>
          <a:chOff x="0" y="0"/>
          <a:chExt cx="0" cy="0"/>
        </a:xfrm>
      </p:grpSpPr>
      <p:sp>
        <p:nvSpPr>
          <p:cNvPr id="53" name="Google Shape;53;p15"/>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54" name="Google Shape;54;p15"/>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55" name="Google Shape;55;p15"/>
          <p:cNvSpPr txBox="1">
            <a:spLocks noGrp="1"/>
          </p:cNvSpPr>
          <p:nvPr>
            <p:ph type="body" idx="1"/>
          </p:nvPr>
        </p:nvSpPr>
        <p:spPr>
          <a:xfrm>
            <a:off x="360000" y="1440000"/>
            <a:ext cx="90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2200"/>
              <a:buFont typeface="Arial"/>
              <a:buNone/>
              <a:defRPr sz="2200" b="1" i="0" u="none" strike="noStrike" cap="none">
                <a:solidFill>
                  <a:srgbClr val="FFFFFF"/>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56" name="Google Shape;56;p15"/>
          <p:cNvSpPr txBox="1">
            <a:spLocks noGrp="1"/>
          </p:cNvSpPr>
          <p:nvPr>
            <p:ph type="body" idx="2"/>
          </p:nvPr>
        </p:nvSpPr>
        <p:spPr>
          <a:xfrm>
            <a:off x="360000" y="1799999"/>
            <a:ext cx="90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57" name="Google Shape;57;p15"/>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58" name="Google Shape;58;p15"/>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1_Title and Content Teal">
  <p:cSld name="1_Title and Content Teal">
    <p:bg>
      <p:bgPr>
        <a:solidFill>
          <a:schemeClr val="accent4"/>
        </a:solidFill>
        <a:effectLst/>
      </p:bgPr>
    </p:bg>
    <p:spTree>
      <p:nvGrpSpPr>
        <p:cNvPr id="1" name="Shape 59"/>
        <p:cNvGrpSpPr/>
        <p:nvPr/>
      </p:nvGrpSpPr>
      <p:grpSpPr>
        <a:xfrm>
          <a:off x="0" y="0"/>
          <a:ext cx="0" cy="0"/>
          <a:chOff x="0" y="0"/>
          <a:chExt cx="0" cy="0"/>
        </a:xfrm>
      </p:grpSpPr>
      <p:sp>
        <p:nvSpPr>
          <p:cNvPr id="60" name="Google Shape;60;p16"/>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61" name="Google Shape;61;p16"/>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62" name="Google Shape;62;p16"/>
          <p:cNvSpPr txBox="1">
            <a:spLocks noGrp="1"/>
          </p:cNvSpPr>
          <p:nvPr>
            <p:ph type="body" idx="1"/>
          </p:nvPr>
        </p:nvSpPr>
        <p:spPr>
          <a:xfrm>
            <a:off x="360000" y="1440000"/>
            <a:ext cx="90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2200"/>
              <a:buFont typeface="Arial"/>
              <a:buNone/>
              <a:defRPr sz="2200" b="1" i="0" u="none" strike="noStrike" cap="none">
                <a:solidFill>
                  <a:srgbClr val="FFFFFF"/>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63" name="Google Shape;63;p16"/>
          <p:cNvSpPr txBox="1">
            <a:spLocks noGrp="1"/>
          </p:cNvSpPr>
          <p:nvPr>
            <p:ph type="body" idx="2"/>
          </p:nvPr>
        </p:nvSpPr>
        <p:spPr>
          <a:xfrm>
            <a:off x="360000" y="1799999"/>
            <a:ext cx="90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rgbClr val="FFFFFF"/>
              </a:buClr>
              <a:buSzPts val="1800"/>
              <a:buFont typeface="Arial"/>
              <a:buNone/>
              <a:defRPr sz="1800" b="0"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2pPr>
            <a:lvl3pPr marL="1371600" marR="0" lvl="2"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3pPr>
            <a:lvl4pPr marL="1828800" marR="0" lvl="3"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4pPr>
            <a:lvl5pPr marL="2286000" marR="0" lvl="4" indent="-317500" algn="l" rtl="0">
              <a:lnSpc>
                <a:spcPct val="100000"/>
              </a:lnSpc>
              <a:spcBef>
                <a:spcPts val="500"/>
              </a:spcBef>
              <a:spcAft>
                <a:spcPts val="0"/>
              </a:spcAft>
              <a:buClr>
                <a:srgbClr val="FFFFFF"/>
              </a:buClr>
              <a:buSzPts val="1400"/>
              <a:buFont typeface="Arial"/>
              <a:buChar char="-"/>
              <a:defRPr sz="1400" b="0" i="0" u="none" strike="noStrike" cap="none">
                <a:solidFill>
                  <a:srgbClr val="FFFFFF"/>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64" name="Google Shape;64;p16"/>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65" name="Google Shape;65;p16"/>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Headline only">
  <p:cSld name="Headline only">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68" name="Google Shape;68;p17"/>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Headline only Dark">
  <p:cSld name="Headline only Dark">
    <p:bg>
      <p:bgPr>
        <a:solidFill>
          <a:schemeClr val="accent2"/>
        </a:solidFill>
        <a:effectLst/>
      </p:bgPr>
    </p:bg>
    <p:spTree>
      <p:nvGrpSpPr>
        <p:cNvPr id="1" name="Shape 69"/>
        <p:cNvGrpSpPr/>
        <p:nvPr/>
      </p:nvGrpSpPr>
      <p:grpSpPr>
        <a:xfrm>
          <a:off x="0" y="0"/>
          <a:ext cx="0" cy="0"/>
          <a:chOff x="0" y="0"/>
          <a:chExt cx="0" cy="0"/>
        </a:xfrm>
      </p:grpSpPr>
      <p:sp>
        <p:nvSpPr>
          <p:cNvPr id="70" name="Google Shape;70;p18"/>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71" name="Google Shape;71;p18"/>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72" name="Google Shape;72;p18"/>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73" name="Google Shape;73;p18"/>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1_Headline only Teal">
  <p:cSld name="1_Headline only Teal">
    <p:bg>
      <p:bgPr>
        <a:solidFill>
          <a:schemeClr val="accent4"/>
        </a:solid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76" name="Google Shape;76;p19"/>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77" name="Google Shape;77;p19"/>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78" name="Google Shape;78;p19"/>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mparison">
  <p:cSld name="Comparison">
    <p:bg>
      <p:bgPr>
        <a:solidFill>
          <a:schemeClr val="accent3"/>
        </a:solidFill>
        <a:effectLst/>
      </p:bgPr>
    </p:bg>
    <p:spTree>
      <p:nvGrpSpPr>
        <p:cNvPr id="1" name="Shape 79"/>
        <p:cNvGrpSpPr/>
        <p:nvPr/>
      </p:nvGrpSpPr>
      <p:grpSpPr>
        <a:xfrm>
          <a:off x="0" y="0"/>
          <a:ext cx="0" cy="0"/>
          <a:chOff x="0" y="0"/>
          <a:chExt cx="0" cy="0"/>
        </a:xfrm>
      </p:grpSpPr>
      <p:pic>
        <p:nvPicPr>
          <p:cNvPr id="80" name="Google Shape;80;p20"/>
          <p:cNvPicPr preferRelativeResize="0"/>
          <p:nvPr/>
        </p:nvPicPr>
        <p:blipFill rotWithShape="1">
          <a:blip r:embed="rId2">
            <a:alphaModFix/>
          </a:blip>
          <a:srcRect/>
          <a:stretch/>
        </p:blipFill>
        <p:spPr>
          <a:xfrm>
            <a:off x="0" y="0"/>
            <a:ext cx="7567885" cy="6858000"/>
          </a:xfrm>
          <a:prstGeom prst="rect">
            <a:avLst/>
          </a:prstGeom>
          <a:noFill/>
          <a:ln>
            <a:noFill/>
          </a:ln>
        </p:spPr>
      </p:pic>
      <p:sp>
        <p:nvSpPr>
          <p:cNvPr id="81" name="Google Shape;81;p20"/>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82" name="Google Shape;82;p20"/>
          <p:cNvSpPr txBox="1">
            <a:spLocks noGrp="1"/>
          </p:cNvSpPr>
          <p:nvPr>
            <p:ph type="title"/>
          </p:nvPr>
        </p:nvSpPr>
        <p:spPr>
          <a:xfrm>
            <a:off x="359999" y="1674394"/>
            <a:ext cx="504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sz="3000">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83" name="Google Shape;83;p20"/>
          <p:cNvSpPr txBox="1">
            <a:spLocks noGrp="1"/>
          </p:cNvSpPr>
          <p:nvPr>
            <p:ph type="body" idx="1"/>
          </p:nvPr>
        </p:nvSpPr>
        <p:spPr>
          <a:xfrm>
            <a:off x="6480000" y="1674393"/>
            <a:ext cx="5040000" cy="90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3000"/>
              <a:buFont typeface="Arial"/>
              <a:buNone/>
              <a:defRPr sz="3000" b="1"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84" name="Google Shape;84;p20"/>
          <p:cNvSpPr txBox="1">
            <a:spLocks noGrp="1"/>
          </p:cNvSpPr>
          <p:nvPr>
            <p:ph type="body" idx="2"/>
          </p:nvPr>
        </p:nvSpPr>
        <p:spPr>
          <a:xfrm>
            <a:off x="6480000" y="2834245"/>
            <a:ext cx="5040000" cy="3240000"/>
          </a:xfrm>
          <a:prstGeom prst="rect">
            <a:avLst/>
          </a:prstGeom>
          <a:noFill/>
          <a:ln>
            <a:noFill/>
          </a:ln>
        </p:spPr>
        <p:txBody>
          <a:bodyPr spcFirstLastPara="1" wrap="square" lIns="0" tIns="0" rIns="0" bIns="0" anchor="t" anchorCtr="0">
            <a:noAutofit/>
          </a:bodyPr>
          <a:lstStyle>
            <a:lvl1pPr marL="457200" marR="0" lvl="0" indent="-335280" algn="l" rtl="0">
              <a:lnSpc>
                <a:spcPct val="100000"/>
              </a:lnSpc>
              <a:spcBef>
                <a:spcPts val="500"/>
              </a:spcBef>
              <a:spcAft>
                <a:spcPts val="0"/>
              </a:spcAft>
              <a:buClr>
                <a:srgbClr val="FFFFFF"/>
              </a:buClr>
              <a:buSzPts val="1680"/>
              <a:buFont typeface="Arial"/>
              <a:buChar char="•"/>
              <a:defRPr sz="1400" b="0" i="0" u="none" strike="noStrike" cap="none">
                <a:solidFill>
                  <a:srgbClr val="FFFFFF"/>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85" name="Google Shape;85;p20"/>
          <p:cNvSpPr txBox="1">
            <a:spLocks noGrp="1"/>
          </p:cNvSpPr>
          <p:nvPr>
            <p:ph type="body" idx="3"/>
          </p:nvPr>
        </p:nvSpPr>
        <p:spPr>
          <a:xfrm>
            <a:off x="360000" y="2834245"/>
            <a:ext cx="5040000" cy="3240000"/>
          </a:xfrm>
          <a:prstGeom prst="rect">
            <a:avLst/>
          </a:prstGeom>
          <a:noFill/>
          <a:ln>
            <a:noFill/>
          </a:ln>
        </p:spPr>
        <p:txBody>
          <a:bodyPr spcFirstLastPara="1" wrap="square" lIns="0" tIns="0" rIns="0" bIns="0" anchor="t" anchorCtr="0">
            <a:noAutofit/>
          </a:bodyPr>
          <a:lstStyle>
            <a:lvl1pPr marL="457200" marR="0" lvl="0" indent="-335280" algn="l" rtl="0">
              <a:lnSpc>
                <a:spcPct val="100000"/>
              </a:lnSpc>
              <a:spcBef>
                <a:spcPts val="500"/>
              </a:spcBef>
              <a:spcAft>
                <a:spcPts val="0"/>
              </a:spcAft>
              <a:buClr>
                <a:schemeClr val="dk1"/>
              </a:buClr>
              <a:buSzPts val="1680"/>
              <a:buFont typeface="Arial"/>
              <a:buChar char="•"/>
              <a:defRPr sz="14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86" name="Google Shape;86;p20"/>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87" name="Google Shape;87;p20"/>
          <p:cNvPicPr preferRelativeResize="0"/>
          <p:nvPr/>
        </p:nvPicPr>
        <p:blipFill rotWithShape="1">
          <a:blip r:embed="rId3">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Quote Slide">
  <p:cSld name="Quote Slide">
    <p:bg>
      <p:bgPr>
        <a:solidFill>
          <a:schemeClr val="accent2"/>
        </a:solidFill>
        <a:effectLst/>
      </p:bgPr>
    </p:bg>
    <p:spTree>
      <p:nvGrpSpPr>
        <p:cNvPr id="1" name="Shape 88"/>
        <p:cNvGrpSpPr/>
        <p:nvPr/>
      </p:nvGrpSpPr>
      <p:grpSpPr>
        <a:xfrm>
          <a:off x="0" y="0"/>
          <a:ext cx="0" cy="0"/>
          <a:chOff x="0" y="0"/>
          <a:chExt cx="0" cy="0"/>
        </a:xfrm>
      </p:grpSpPr>
      <p:sp>
        <p:nvSpPr>
          <p:cNvPr id="89" name="Google Shape;89;p21"/>
          <p:cNvSpPr/>
          <p:nvPr/>
        </p:nvSpPr>
        <p:spPr>
          <a:xfrm>
            <a:off x="3554946" y="4955133"/>
            <a:ext cx="2120057" cy="1"/>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0" tIns="0" rIns="0" bIns="0" anchor="ctr" anchorCtr="0">
            <a:spAutoFit/>
          </a:bodyPr>
          <a:lstStyle/>
          <a:p>
            <a:pPr marL="0" marR="0" lvl="0" indent="0" algn="ctr" rtl="0">
              <a:lnSpc>
                <a:spcPct val="157142"/>
              </a:lnSpc>
              <a:spcBef>
                <a:spcPts val="0"/>
              </a:spcBef>
              <a:spcAft>
                <a:spcPts val="0"/>
              </a:spcAft>
              <a:buClr>
                <a:srgbClr val="B40000"/>
              </a:buClr>
              <a:buSzPts val="1400"/>
              <a:buFont typeface="Arial"/>
              <a:buNone/>
            </a:pPr>
            <a:r>
              <a:rPr lang="en-US" sz="1400" b="1" i="0" u="none" strike="noStrike" cap="none">
                <a:solidFill>
                  <a:srgbClr val="B40000"/>
                </a:solidFill>
                <a:latin typeface="Arial"/>
                <a:ea typeface="Arial"/>
                <a:cs typeface="Arial"/>
                <a:sym typeface="Arial"/>
              </a:rPr>
              <a:t> </a:t>
            </a:r>
            <a:endParaRPr/>
          </a:p>
        </p:txBody>
      </p:sp>
      <p:sp>
        <p:nvSpPr>
          <p:cNvPr id="90" name="Google Shape;90;p21"/>
          <p:cNvSpPr txBox="1"/>
          <p:nvPr/>
        </p:nvSpPr>
        <p:spPr>
          <a:xfrm>
            <a:off x="1343734" y="2179914"/>
            <a:ext cx="239177" cy="327423"/>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lt1"/>
              </a:buClr>
              <a:buSzPts val="3800"/>
              <a:buFont typeface="Arial"/>
              <a:buNone/>
            </a:pPr>
            <a:r>
              <a:rPr lang="en-US" sz="3800" b="1" i="0" u="none" strike="noStrike" cap="none">
                <a:solidFill>
                  <a:schemeClr val="lt1"/>
                </a:solidFill>
                <a:latin typeface="Arial"/>
                <a:ea typeface="Arial"/>
                <a:cs typeface="Arial"/>
                <a:sym typeface="Arial"/>
              </a:rPr>
              <a:t>“</a:t>
            </a:r>
            <a:endParaRPr/>
          </a:p>
        </p:txBody>
      </p:sp>
      <p:sp>
        <p:nvSpPr>
          <p:cNvPr id="91" name="Google Shape;91;p21"/>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sp>
        <p:nvSpPr>
          <p:cNvPr id="92" name="Google Shape;92;p21"/>
          <p:cNvSpPr/>
          <p:nvPr/>
        </p:nvSpPr>
        <p:spPr>
          <a:xfrm rot="10800000" flipH="1">
            <a:off x="9366432" y="5569929"/>
            <a:ext cx="505472" cy="505473"/>
          </a:xfrm>
          <a:prstGeom prst="rect">
            <a:avLst/>
          </a:prstGeom>
          <a:solidFill>
            <a:srgbClr val="0BA2B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93" name="Google Shape;93;p21"/>
          <p:cNvSpPr txBox="1">
            <a:spLocks noGrp="1"/>
          </p:cNvSpPr>
          <p:nvPr>
            <p:ph type="title"/>
          </p:nvPr>
        </p:nvSpPr>
        <p:spPr>
          <a:xfrm>
            <a:off x="1591200" y="2187168"/>
            <a:ext cx="8405525" cy="1977391"/>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800"/>
              <a:buFont typeface="Arial"/>
              <a:buNone/>
              <a:defRPr sz="3800">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94" name="Google Shape;94;p21"/>
          <p:cNvSpPr txBox="1">
            <a:spLocks noGrp="1"/>
          </p:cNvSpPr>
          <p:nvPr>
            <p:ph type="body" idx="1"/>
          </p:nvPr>
        </p:nvSpPr>
        <p:spPr>
          <a:xfrm>
            <a:off x="1591200" y="4421963"/>
            <a:ext cx="7025229" cy="835517"/>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lt1"/>
              </a:buClr>
              <a:buSzPts val="1600"/>
              <a:buFont typeface="Arial"/>
              <a:buNone/>
              <a:defRPr sz="1600" b="1" i="0" u="none" strike="noStrike" cap="none">
                <a:solidFill>
                  <a:schemeClr val="lt1"/>
                </a:solidFill>
                <a:latin typeface="Arial"/>
                <a:ea typeface="Arial"/>
                <a:cs typeface="Arial"/>
                <a:sym typeface="Arial"/>
              </a:defRPr>
            </a:lvl1pPr>
            <a:lvl2pPr marL="914400" marR="0" lvl="1" indent="-228600" algn="l" rtl="0">
              <a:lnSpc>
                <a:spcPct val="100000"/>
              </a:lnSpc>
              <a:spcBef>
                <a:spcPts val="0"/>
              </a:spcBef>
              <a:spcAft>
                <a:spcPts val="0"/>
              </a:spcAft>
              <a:buClr>
                <a:schemeClr val="lt2"/>
              </a:buClr>
              <a:buSzPts val="1600"/>
              <a:buFont typeface="Arial"/>
              <a:buNone/>
              <a:defRPr sz="1600" b="1" i="0" u="none" strike="noStrike" cap="none">
                <a:solidFill>
                  <a:schemeClr val="lt2"/>
                </a:solidFill>
                <a:latin typeface="Arial"/>
                <a:ea typeface="Arial"/>
                <a:cs typeface="Arial"/>
                <a:sym typeface="Arial"/>
              </a:defRPr>
            </a:lvl2pPr>
            <a:lvl3pPr marL="1371600" marR="0" lvl="2" indent="-228600" algn="l" rtl="0">
              <a:lnSpc>
                <a:spcPct val="100000"/>
              </a:lnSpc>
              <a:spcBef>
                <a:spcPts val="0"/>
              </a:spcBef>
              <a:spcAft>
                <a:spcPts val="0"/>
              </a:spcAft>
              <a:buClr>
                <a:schemeClr val="lt2"/>
              </a:buClr>
              <a:buSzPts val="1600"/>
              <a:buFont typeface="Arial"/>
              <a:buNone/>
              <a:defRPr sz="1600" b="0" i="0" u="none" strike="noStrike" cap="none">
                <a:solidFill>
                  <a:schemeClr val="lt2"/>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95" name="Google Shape;95;p21"/>
          <p:cNvPicPr preferRelativeResize="0"/>
          <p:nvPr/>
        </p:nvPicPr>
        <p:blipFill rotWithShape="1">
          <a:blip r:embed="rId2">
            <a:alphaModFix/>
          </a:blip>
          <a:srcRect/>
          <a:stretch/>
        </p:blipFill>
        <p:spPr>
          <a:xfrm>
            <a:off x="9374886" y="5067046"/>
            <a:ext cx="2006600" cy="1003300"/>
          </a:xfrm>
          <a:prstGeom prst="rect">
            <a:avLst/>
          </a:prstGeom>
          <a:noFill/>
          <a:ln>
            <a:noFill/>
          </a:ln>
        </p:spPr>
      </p:pic>
      <p:pic>
        <p:nvPicPr>
          <p:cNvPr id="96" name="Google Shape;96;p21"/>
          <p:cNvPicPr preferRelativeResize="0"/>
          <p:nvPr/>
        </p:nvPicPr>
        <p:blipFill rotWithShape="1">
          <a:blip r:embed="rId3">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ntent with photo">
  <p:cSld name="Content with photo">
    <p:spTree>
      <p:nvGrpSpPr>
        <p:cNvPr id="1" name="Shape 97"/>
        <p:cNvGrpSpPr/>
        <p:nvPr/>
      </p:nvGrpSpPr>
      <p:grpSpPr>
        <a:xfrm>
          <a:off x="0" y="0"/>
          <a:ext cx="0" cy="0"/>
          <a:chOff x="0" y="0"/>
          <a:chExt cx="0" cy="0"/>
        </a:xfrm>
      </p:grpSpPr>
      <p:sp>
        <p:nvSpPr>
          <p:cNvPr id="98" name="Google Shape;98;p22"/>
          <p:cNvSpPr>
            <a:spLocks noGrp="1"/>
          </p:cNvSpPr>
          <p:nvPr>
            <p:ph type="pic" idx="2"/>
          </p:nvPr>
        </p:nvSpPr>
        <p:spPr>
          <a:xfrm>
            <a:off x="7937500" y="1447601"/>
            <a:ext cx="4241800" cy="5410399"/>
          </a:xfrm>
          <a:prstGeom prst="rect">
            <a:avLst/>
          </a:prstGeom>
          <a:noFill/>
          <a:ln>
            <a:noFill/>
          </a:ln>
        </p:spPr>
      </p:sp>
      <p:sp>
        <p:nvSpPr>
          <p:cNvPr id="99" name="Google Shape;99;p22"/>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dk1"/>
              </a:buClr>
              <a:buSzPts val="3000"/>
              <a:buFont typeface="Arial"/>
              <a:buNone/>
              <a:defRPr>
                <a:solidFill>
                  <a:schemeClr val="dk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00" name="Google Shape;100;p22"/>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01" name="Google Shape;101;p22"/>
          <p:cNvSpPr txBox="1">
            <a:spLocks noGrp="1"/>
          </p:cNvSpPr>
          <p:nvPr>
            <p:ph type="body" idx="1"/>
          </p:nvPr>
        </p:nvSpPr>
        <p:spPr>
          <a:xfrm>
            <a:off x="360000" y="1440000"/>
            <a:ext cx="720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chemeClr val="dk1"/>
              </a:buClr>
              <a:buSzPts val="2200"/>
              <a:buFont typeface="Arial"/>
              <a:buNone/>
              <a:defRPr sz="2200" b="1" i="0" u="none" strike="noStrike" cap="none">
                <a:solidFill>
                  <a:schemeClr val="dk1"/>
                </a:solidFill>
                <a:latin typeface="Arial"/>
                <a:ea typeface="Arial"/>
                <a:cs typeface="Arial"/>
                <a:sym typeface="Arial"/>
              </a:defRPr>
            </a:lvl1pPr>
            <a:lvl2pPr marL="914400" marR="0" lvl="1" indent="-228600" algn="l" rtl="0">
              <a:lnSpc>
                <a:spcPct val="133333"/>
              </a:lnSpc>
              <a:spcBef>
                <a:spcPts val="1000"/>
              </a:spcBef>
              <a:spcAft>
                <a:spcPts val="0"/>
              </a:spcAft>
              <a:buClr>
                <a:srgbClr val="172325"/>
              </a:buClr>
              <a:buSzPts val="1200"/>
              <a:buFont typeface="Arial"/>
              <a:buNone/>
              <a:defRPr sz="1200" b="0" i="0" u="none" strike="noStrike" cap="none">
                <a:solidFill>
                  <a:srgbClr val="172325"/>
                </a:solidFill>
                <a:latin typeface="Arial"/>
                <a:ea typeface="Arial"/>
                <a:cs typeface="Arial"/>
                <a:sym typeface="Arial"/>
              </a:defRPr>
            </a:lvl2pPr>
            <a:lvl3pPr marL="1371600" marR="0" lvl="2" indent="-304800" algn="l" rtl="0">
              <a:lnSpc>
                <a:spcPct val="133333"/>
              </a:lnSpc>
              <a:spcBef>
                <a:spcPts val="10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500"/>
              </a:spcBef>
              <a:spcAft>
                <a:spcPts val="0"/>
              </a:spcAft>
              <a:buClr>
                <a:srgbClr val="172325"/>
              </a:buClr>
              <a:buSzPts val="1400"/>
              <a:buFont typeface="NTR"/>
              <a:buNone/>
              <a:defRPr sz="1400" b="0" i="0" u="none" strike="noStrike" cap="none">
                <a:solidFill>
                  <a:srgbClr val="172325"/>
                </a:solidFill>
                <a:latin typeface="Arial"/>
                <a:ea typeface="Arial"/>
                <a:cs typeface="Arial"/>
                <a:sym typeface="Arial"/>
              </a:defRPr>
            </a:lvl4pPr>
            <a:lvl5pPr marL="2286000" marR="0" lvl="4" indent="-228600" algn="l" rtl="0">
              <a:lnSpc>
                <a:spcPct val="100000"/>
              </a:lnSpc>
              <a:spcBef>
                <a:spcPts val="500"/>
              </a:spcBef>
              <a:spcAft>
                <a:spcPts val="0"/>
              </a:spcAft>
              <a:buClr>
                <a:srgbClr val="172325"/>
              </a:buClr>
              <a:buSzPts val="1400"/>
              <a:buFont typeface="Arial"/>
              <a:buNone/>
              <a:defRPr sz="1400" b="0" i="0" u="none" strike="noStrike" cap="none">
                <a:solidFill>
                  <a:srgbClr val="172325"/>
                </a:solidFill>
                <a:latin typeface="Arial"/>
                <a:ea typeface="Arial"/>
                <a:cs typeface="Arial"/>
                <a:sym typeface="Arial"/>
              </a:defRPr>
            </a:lvl5pPr>
            <a:lvl6pPr marL="2743200" marR="0" lvl="5" indent="-304800" algn="l" rtl="0">
              <a:lnSpc>
                <a:spcPct val="133333"/>
              </a:lnSpc>
              <a:spcBef>
                <a:spcPts val="1000"/>
              </a:spcBef>
              <a:spcAft>
                <a:spcPts val="0"/>
              </a:spcAft>
              <a:buClr>
                <a:srgbClr val="FFFFFF"/>
              </a:buClr>
              <a:buSzPts val="1200"/>
              <a:buFont typeface="Arial"/>
              <a:buChar char="•"/>
              <a:defRPr sz="1200" b="0" i="0" u="none" strike="noStrike" cap="none">
                <a:solidFill>
                  <a:srgbClr val="FFFFFF"/>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02" name="Google Shape;102;p22"/>
          <p:cNvSpPr txBox="1">
            <a:spLocks noGrp="1"/>
          </p:cNvSpPr>
          <p:nvPr>
            <p:ph type="body" idx="3"/>
          </p:nvPr>
        </p:nvSpPr>
        <p:spPr>
          <a:xfrm>
            <a:off x="360000" y="1799999"/>
            <a:ext cx="7200000" cy="432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dk1"/>
              </a:buClr>
              <a:buSzPts val="1800"/>
              <a:buFont typeface="Arial"/>
              <a:buNone/>
              <a:defRPr sz="1800" b="0" i="0" u="none" strike="noStrike" cap="none">
                <a:solidFill>
                  <a:schemeClr val="dk1"/>
                </a:solidFill>
                <a:latin typeface="Arial"/>
                <a:ea typeface="Arial"/>
                <a:cs typeface="Arial"/>
                <a:sym typeface="Arial"/>
              </a:defRPr>
            </a:lvl1pPr>
            <a:lvl2pPr marL="914400" marR="0" lvl="1"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10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03" name="Google Shape;103;p22"/>
          <p:cNvPicPr preferRelativeResize="0"/>
          <p:nvPr/>
        </p:nvPicPr>
        <p:blipFill rotWithShape="1">
          <a:blip r:embed="rId2">
            <a:alphaModFix/>
          </a:blip>
          <a:srcRect/>
          <a:stretch/>
        </p:blipFill>
        <p:spPr>
          <a:xfrm>
            <a:off x="7937500" y="3935445"/>
            <a:ext cx="965200" cy="965200"/>
          </a:xfrm>
          <a:prstGeom prst="rect">
            <a:avLst/>
          </a:prstGeom>
          <a:noFill/>
          <a:ln>
            <a:noFill/>
          </a:ln>
        </p:spPr>
      </p:pic>
      <p:sp>
        <p:nvSpPr>
          <p:cNvPr id="104" name="Google Shape;104;p22"/>
          <p:cNvSpPr txBox="1">
            <a:spLocks noGrp="1"/>
          </p:cNvSpPr>
          <p:nvPr>
            <p:ph type="body" idx="4"/>
          </p:nvPr>
        </p:nvSpPr>
        <p:spPr>
          <a:xfrm>
            <a:off x="2793987" y="4888595"/>
            <a:ext cx="6980036" cy="1969405"/>
          </a:xfrm>
          <a:prstGeom prst="rect">
            <a:avLst/>
          </a:prstGeom>
          <a:solidFill>
            <a:srgbClr val="CCF2FF"/>
          </a:solidFill>
          <a:ln>
            <a:noFill/>
          </a:ln>
        </p:spPr>
        <p:txBody>
          <a:bodyPr spcFirstLastPara="1" wrap="square" lIns="317500" tIns="317500" rIns="317500" bIns="317500" anchor="t" anchorCtr="0">
            <a:noAutofit/>
          </a:bodyPr>
          <a:lstStyle>
            <a:lvl1pPr marL="457200" marR="0" lvl="0" indent="-228600" algn="l" rtl="0">
              <a:lnSpc>
                <a:spcPct val="115789"/>
              </a:lnSpc>
              <a:spcBef>
                <a:spcPts val="0"/>
              </a:spcBef>
              <a:spcAft>
                <a:spcPts val="0"/>
              </a:spcAft>
              <a:buClr>
                <a:schemeClr val="accent1"/>
              </a:buClr>
              <a:buSzPts val="1900"/>
              <a:buFont typeface="Arial"/>
              <a:buNone/>
              <a:defRPr sz="1900" b="1" i="0" u="none" strike="noStrike" cap="none">
                <a:solidFill>
                  <a:schemeClr val="accent1"/>
                </a:solidFill>
                <a:latin typeface="Arial"/>
                <a:ea typeface="Arial"/>
                <a:cs typeface="Arial"/>
                <a:sym typeface="Arial"/>
              </a:defRPr>
            </a:lvl1pPr>
            <a:lvl2pPr marL="914400" marR="0" lvl="1"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2pPr>
            <a:lvl3pPr marL="1371600" marR="0" lvl="2"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05" name="Google Shape;105;p22"/>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OC Slide 4">
  <p:cSld name="TOC Slide 4">
    <p:bg>
      <p:bgPr>
        <a:solidFill>
          <a:schemeClr val="accent4"/>
        </a:solidFill>
        <a:effectLst/>
      </p:bgPr>
    </p:bg>
    <p:spTree>
      <p:nvGrpSpPr>
        <p:cNvPr id="1" name="Shape 106"/>
        <p:cNvGrpSpPr/>
        <p:nvPr/>
      </p:nvGrpSpPr>
      <p:grpSpPr>
        <a:xfrm>
          <a:off x="0" y="0"/>
          <a:ext cx="0" cy="0"/>
          <a:chOff x="0" y="0"/>
          <a:chExt cx="0" cy="0"/>
        </a:xfrm>
      </p:grpSpPr>
      <p:sp>
        <p:nvSpPr>
          <p:cNvPr id="107" name="Google Shape;107;p23"/>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000"/>
              <a:buFont typeface="Arial"/>
              <a:buNone/>
              <a:defRPr>
                <a:solidFill>
                  <a:schemeClr val="lt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08" name="Google Shape;108;p23"/>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09" name="Google Shape;109;p23"/>
          <p:cNvSpPr txBox="1">
            <a:spLocks noGrp="1"/>
          </p:cNvSpPr>
          <p:nvPr>
            <p:ph type="body" idx="1"/>
          </p:nvPr>
        </p:nvSpPr>
        <p:spPr>
          <a:xfrm>
            <a:off x="36000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0" name="Google Shape;110;p23"/>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111" name="Google Shape;111;p23"/>
          <p:cNvSpPr txBox="1">
            <a:spLocks noGrp="1"/>
          </p:cNvSpPr>
          <p:nvPr>
            <p:ph type="body" idx="2"/>
          </p:nvPr>
        </p:nvSpPr>
        <p:spPr>
          <a:xfrm>
            <a:off x="322999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2" name="Google Shape;112;p23"/>
          <p:cNvSpPr txBox="1">
            <a:spLocks noGrp="1"/>
          </p:cNvSpPr>
          <p:nvPr>
            <p:ph type="body" idx="3"/>
          </p:nvPr>
        </p:nvSpPr>
        <p:spPr>
          <a:xfrm>
            <a:off x="609998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3" name="Google Shape;113;p23"/>
          <p:cNvSpPr txBox="1">
            <a:spLocks noGrp="1"/>
          </p:cNvSpPr>
          <p:nvPr>
            <p:ph type="body" idx="4"/>
          </p:nvPr>
        </p:nvSpPr>
        <p:spPr>
          <a:xfrm>
            <a:off x="8969970" y="34451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14" name="Google Shape;114;p23"/>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OC Slide 8">
  <p:cSld name="TOC Slide 8">
    <p:bg>
      <p:bgPr>
        <a:solidFill>
          <a:schemeClr val="accent4"/>
        </a:solidFill>
        <a:effectLst/>
      </p:bgPr>
    </p:bg>
    <p:spTree>
      <p:nvGrpSpPr>
        <p:cNvPr id="1" name="Shape 115"/>
        <p:cNvGrpSpPr/>
        <p:nvPr/>
      </p:nvGrpSpPr>
      <p:grpSpPr>
        <a:xfrm>
          <a:off x="0" y="0"/>
          <a:ext cx="0" cy="0"/>
          <a:chOff x="0" y="0"/>
          <a:chExt cx="0" cy="0"/>
        </a:xfrm>
      </p:grpSpPr>
      <p:sp>
        <p:nvSpPr>
          <p:cNvPr id="116" name="Google Shape;116;p24"/>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chemeClr val="lt1"/>
              </a:buClr>
              <a:buSzPts val="3000"/>
              <a:buFont typeface="Arial"/>
              <a:buNone/>
              <a:defRPr>
                <a:solidFill>
                  <a:schemeClr val="lt1"/>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17" name="Google Shape;117;p24"/>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1pPr>
            <a:lvl2pPr marL="0" lvl="1"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2pPr>
            <a:lvl3pPr marL="0" lvl="2"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3pPr>
            <a:lvl4pPr marL="0" lvl="3"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4pPr>
            <a:lvl5pPr marL="0" lvl="4"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5pPr>
            <a:lvl6pPr marL="0" lvl="5"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6pPr>
            <a:lvl7pPr marL="0" lvl="6"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7pPr>
            <a:lvl8pPr marL="0" lvl="7"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8pPr>
            <a:lvl9pPr marL="0" lvl="8" indent="0" algn="r">
              <a:lnSpc>
                <a:spcPct val="100000"/>
              </a:lnSpc>
              <a:spcBef>
                <a:spcPts val="0"/>
              </a:spcBef>
              <a:spcAft>
                <a:spcPts val="0"/>
              </a:spcAft>
              <a:buClr>
                <a:srgbClr val="FFFFFF"/>
              </a:buClr>
              <a:buSzPts val="1000"/>
              <a:buFont typeface="Arial"/>
              <a:buNone/>
              <a:defRPr sz="1000" b="0" i="0" u="none" strike="noStrike" cap="none">
                <a:solidFill>
                  <a:srgbClr val="FFFFFF"/>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18" name="Google Shape;118;p24"/>
          <p:cNvSpPr txBox="1">
            <a:spLocks noGrp="1"/>
          </p:cNvSpPr>
          <p:nvPr>
            <p:ph type="body" idx="1"/>
          </p:nvPr>
        </p:nvSpPr>
        <p:spPr>
          <a:xfrm>
            <a:off x="36000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19" name="Google Shape;119;p24"/>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120" name="Google Shape;120;p24"/>
          <p:cNvSpPr txBox="1">
            <a:spLocks noGrp="1"/>
          </p:cNvSpPr>
          <p:nvPr>
            <p:ph type="body" idx="2"/>
          </p:nvPr>
        </p:nvSpPr>
        <p:spPr>
          <a:xfrm>
            <a:off x="322999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1" name="Google Shape;121;p24"/>
          <p:cNvSpPr txBox="1">
            <a:spLocks noGrp="1"/>
          </p:cNvSpPr>
          <p:nvPr>
            <p:ph type="body" idx="3"/>
          </p:nvPr>
        </p:nvSpPr>
        <p:spPr>
          <a:xfrm>
            <a:off x="609998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2" name="Google Shape;122;p24"/>
          <p:cNvSpPr txBox="1">
            <a:spLocks noGrp="1"/>
          </p:cNvSpPr>
          <p:nvPr>
            <p:ph type="body" idx="4"/>
          </p:nvPr>
        </p:nvSpPr>
        <p:spPr>
          <a:xfrm>
            <a:off x="8969970" y="1565570"/>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3" name="Google Shape;123;p24"/>
          <p:cNvSpPr txBox="1">
            <a:spLocks noGrp="1"/>
          </p:cNvSpPr>
          <p:nvPr>
            <p:ph type="body" idx="5"/>
          </p:nvPr>
        </p:nvSpPr>
        <p:spPr>
          <a:xfrm>
            <a:off x="36000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4" name="Google Shape;124;p24"/>
          <p:cNvSpPr txBox="1">
            <a:spLocks noGrp="1"/>
          </p:cNvSpPr>
          <p:nvPr>
            <p:ph type="body" idx="6"/>
          </p:nvPr>
        </p:nvSpPr>
        <p:spPr>
          <a:xfrm>
            <a:off x="322999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5" name="Google Shape;125;p24"/>
          <p:cNvSpPr txBox="1">
            <a:spLocks noGrp="1"/>
          </p:cNvSpPr>
          <p:nvPr>
            <p:ph type="body" idx="7"/>
          </p:nvPr>
        </p:nvSpPr>
        <p:spPr>
          <a:xfrm>
            <a:off x="609998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26" name="Google Shape;126;p24"/>
          <p:cNvSpPr txBox="1">
            <a:spLocks noGrp="1"/>
          </p:cNvSpPr>
          <p:nvPr>
            <p:ph type="body" idx="8"/>
          </p:nvPr>
        </p:nvSpPr>
        <p:spPr>
          <a:xfrm>
            <a:off x="8969970" y="4077072"/>
            <a:ext cx="2520000" cy="21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500"/>
              </a:spcBef>
              <a:spcAft>
                <a:spcPts val="0"/>
              </a:spcAft>
              <a:buClr>
                <a:schemeClr val="lt1"/>
              </a:buClr>
              <a:buSzPts val="1800"/>
              <a:buFont typeface="Arial"/>
              <a:buNone/>
              <a:defRPr sz="1800" b="0" i="0" u="none" strike="noStrike" cap="none">
                <a:solidFill>
                  <a:schemeClr val="lt1"/>
                </a:solidFill>
                <a:latin typeface="Arial"/>
                <a:ea typeface="Arial"/>
                <a:cs typeface="Arial"/>
                <a:sym typeface="Arial"/>
              </a:defRPr>
            </a:lvl1pPr>
            <a:lvl2pPr marL="914400" marR="0" lvl="1"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2pPr>
            <a:lvl3pPr marL="1371600" marR="0" lvl="2"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3pPr>
            <a:lvl4pPr marL="1828800" marR="0" lvl="3"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4pPr>
            <a:lvl5pPr marL="2286000" marR="0" lvl="4" indent="-317500" algn="l" rtl="0">
              <a:lnSpc>
                <a:spcPct val="100000"/>
              </a:lnSpc>
              <a:spcBef>
                <a:spcPts val="500"/>
              </a:spcBef>
              <a:spcAft>
                <a:spcPts val="0"/>
              </a:spcAft>
              <a:buClr>
                <a:schemeClr val="lt1"/>
              </a:buClr>
              <a:buSzPts val="1400"/>
              <a:buFont typeface="Arial"/>
              <a:buChar char="-"/>
              <a:defRPr sz="1400" b="0" i="0" u="none" strike="noStrike" cap="none">
                <a:solidFill>
                  <a:schemeClr val="lt1"/>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27" name="Google Shape;127;p24"/>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Agenda slide Table Dark">
  <p:cSld name="Agenda slide Table Dark">
    <p:bg>
      <p:bgPr>
        <a:solidFill>
          <a:schemeClr val="accent2"/>
        </a:solidFill>
        <a:effectLst/>
      </p:bgPr>
    </p:bg>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359999" y="360000"/>
            <a:ext cx="9000000" cy="54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30" name="Google Shape;130;p25"/>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1" name="Google Shape;131;p25"/>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32" name="Google Shape;132;p25"/>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Agenda slide Table">
  <p:cSld name="Agenda slide Table">
    <p:bg>
      <p:bgPr>
        <a:solidFill>
          <a:schemeClr val="accent4"/>
        </a:solidFill>
        <a:effectLst/>
      </p:bgPr>
    </p:bg>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359999" y="360000"/>
            <a:ext cx="9000000" cy="540000"/>
          </a:xfrm>
          <a:prstGeom prst="rect">
            <a:avLst/>
          </a:prstGeom>
          <a:noFill/>
          <a:ln>
            <a:noFill/>
          </a:ln>
        </p:spPr>
        <p:txBody>
          <a:bodyPr spcFirstLastPara="1" wrap="square" lIns="0" tIns="0" rIns="0" bIns="0" anchor="t" anchorCtr="0">
            <a:noAutofit/>
          </a:bodyPr>
          <a:lstStyle>
            <a:lvl1pPr lvl="0" algn="l">
              <a:lnSpc>
                <a:spcPct val="100000"/>
              </a:lnSpc>
              <a:spcBef>
                <a:spcPts val="0"/>
              </a:spcBef>
              <a:spcAft>
                <a:spcPts val="0"/>
              </a:spcAft>
              <a:buClr>
                <a:srgbClr val="FFFFFF"/>
              </a:buClr>
              <a:buSzPts val="3000"/>
              <a:buFont typeface="Arial"/>
              <a:buNone/>
              <a:defRPr>
                <a:solidFill>
                  <a:srgbClr val="FFFFFF"/>
                </a:solidFill>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35" name="Google Shape;135;p26"/>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36" name="Google Shape;136;p26"/>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37" name="Google Shape;137;p26"/>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tatement">
  <p:cSld name="Statement">
    <p:spTree>
      <p:nvGrpSpPr>
        <p:cNvPr id="1" name="Shape 138"/>
        <p:cNvGrpSpPr/>
        <p:nvPr/>
      </p:nvGrpSpPr>
      <p:grpSpPr>
        <a:xfrm>
          <a:off x="0" y="0"/>
          <a:ext cx="0" cy="0"/>
          <a:chOff x="0" y="0"/>
          <a:chExt cx="0" cy="0"/>
        </a:xfrm>
      </p:grpSpPr>
      <p:sp>
        <p:nvSpPr>
          <p:cNvPr id="139" name="Google Shape;139;p27"/>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lvl="0" algn="l">
              <a:lnSpc>
                <a:spcPct val="166666"/>
              </a:lnSpc>
              <a:spcBef>
                <a:spcPts val="0"/>
              </a:spcBef>
              <a:spcAft>
                <a:spcPts val="0"/>
              </a:spcAft>
              <a:buClr>
                <a:schemeClr val="dk1"/>
              </a:buClr>
              <a:buSzPts val="1800"/>
              <a:buNone/>
              <a:defRPr/>
            </a:lvl1pPr>
            <a:lvl2pPr lvl="1" algn="l">
              <a:lnSpc>
                <a:spcPct val="122222"/>
              </a:lnSpc>
              <a:spcBef>
                <a:spcPts val="2200"/>
              </a:spcBef>
              <a:spcAft>
                <a:spcPts val="0"/>
              </a:spcAft>
              <a:buClr>
                <a:srgbClr val="000000"/>
              </a:buClr>
              <a:buSzPts val="1800"/>
              <a:buNone/>
              <a:defRPr/>
            </a:lvl2pPr>
            <a:lvl3pPr lvl="2" algn="l">
              <a:lnSpc>
                <a:spcPct val="122222"/>
              </a:lnSpc>
              <a:spcBef>
                <a:spcPts val="2200"/>
              </a:spcBef>
              <a:spcAft>
                <a:spcPts val="0"/>
              </a:spcAft>
              <a:buClr>
                <a:srgbClr val="000000"/>
              </a:buClr>
              <a:buSzPts val="1800"/>
              <a:buNone/>
              <a:defRPr/>
            </a:lvl3pPr>
            <a:lvl4pPr lvl="3" algn="l">
              <a:lnSpc>
                <a:spcPct val="122222"/>
              </a:lnSpc>
              <a:spcBef>
                <a:spcPts val="2200"/>
              </a:spcBef>
              <a:spcAft>
                <a:spcPts val="0"/>
              </a:spcAft>
              <a:buClr>
                <a:srgbClr val="000000"/>
              </a:buClr>
              <a:buSzPts val="1800"/>
              <a:buNone/>
              <a:defRPr/>
            </a:lvl4pPr>
            <a:lvl5pPr lvl="4" algn="l">
              <a:lnSpc>
                <a:spcPct val="122222"/>
              </a:lnSpc>
              <a:spcBef>
                <a:spcPts val="2200"/>
              </a:spcBef>
              <a:spcAft>
                <a:spcPts val="0"/>
              </a:spcAft>
              <a:buClr>
                <a:srgbClr val="000000"/>
              </a:buClr>
              <a:buSzPts val="1800"/>
              <a:buNone/>
              <a:defRPr/>
            </a:lvl5pPr>
            <a:lvl6pPr lvl="5" algn="l">
              <a:lnSpc>
                <a:spcPct val="122222"/>
              </a:lnSpc>
              <a:spcBef>
                <a:spcPts val="2200"/>
              </a:spcBef>
              <a:spcAft>
                <a:spcPts val="0"/>
              </a:spcAft>
              <a:buClr>
                <a:srgbClr val="000000"/>
              </a:buClr>
              <a:buSzPts val="1800"/>
              <a:buNone/>
              <a:defRPr/>
            </a:lvl6pPr>
            <a:lvl7pPr lvl="6" algn="l">
              <a:lnSpc>
                <a:spcPct val="122222"/>
              </a:lnSpc>
              <a:spcBef>
                <a:spcPts val="2200"/>
              </a:spcBef>
              <a:spcAft>
                <a:spcPts val="0"/>
              </a:spcAft>
              <a:buClr>
                <a:srgbClr val="000000"/>
              </a:buClr>
              <a:buSzPts val="1800"/>
              <a:buNone/>
              <a:defRPr/>
            </a:lvl7pPr>
            <a:lvl8pPr lvl="7" algn="l">
              <a:lnSpc>
                <a:spcPct val="122222"/>
              </a:lnSpc>
              <a:spcBef>
                <a:spcPts val="2200"/>
              </a:spcBef>
              <a:spcAft>
                <a:spcPts val="0"/>
              </a:spcAft>
              <a:buClr>
                <a:srgbClr val="000000"/>
              </a:buClr>
              <a:buSzPts val="1800"/>
              <a:buNone/>
              <a:defRPr/>
            </a:lvl8pPr>
            <a:lvl9pPr lvl="8" algn="l">
              <a:lnSpc>
                <a:spcPct val="122222"/>
              </a:lnSpc>
              <a:spcBef>
                <a:spcPts val="2200"/>
              </a:spcBef>
              <a:spcAft>
                <a:spcPts val="0"/>
              </a:spcAft>
              <a:buClr>
                <a:srgbClr val="000000"/>
              </a:buClr>
              <a:buSzPts val="1800"/>
              <a:buNone/>
              <a:defRPr/>
            </a:lvl9pPr>
          </a:lstStyle>
          <a:p>
            <a:endParaRPr/>
          </a:p>
        </p:txBody>
      </p:sp>
      <p:sp>
        <p:nvSpPr>
          <p:cNvPr id="140" name="Google Shape;140;p27"/>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dk1"/>
              </a:buClr>
              <a:buSzPts val="1000"/>
              <a:buFont typeface="Arial"/>
              <a:buNone/>
              <a:defRPr/>
            </a:lvl1pPr>
            <a:lvl2pPr marL="0" lvl="1" indent="0" algn="r">
              <a:lnSpc>
                <a:spcPct val="100000"/>
              </a:lnSpc>
              <a:spcBef>
                <a:spcPts val="0"/>
              </a:spcBef>
              <a:spcAft>
                <a:spcPts val="0"/>
              </a:spcAft>
              <a:buClr>
                <a:schemeClr val="dk1"/>
              </a:buClr>
              <a:buSzPts val="1000"/>
              <a:buFont typeface="Arial"/>
              <a:buNone/>
              <a:defRPr/>
            </a:lvl2pPr>
            <a:lvl3pPr marL="0" lvl="2" indent="0" algn="r">
              <a:lnSpc>
                <a:spcPct val="100000"/>
              </a:lnSpc>
              <a:spcBef>
                <a:spcPts val="0"/>
              </a:spcBef>
              <a:spcAft>
                <a:spcPts val="0"/>
              </a:spcAft>
              <a:buClr>
                <a:schemeClr val="dk1"/>
              </a:buClr>
              <a:buSzPts val="1000"/>
              <a:buFont typeface="Arial"/>
              <a:buNone/>
              <a:defRPr/>
            </a:lvl3pPr>
            <a:lvl4pPr marL="0" lvl="3" indent="0" algn="r">
              <a:lnSpc>
                <a:spcPct val="100000"/>
              </a:lnSpc>
              <a:spcBef>
                <a:spcPts val="0"/>
              </a:spcBef>
              <a:spcAft>
                <a:spcPts val="0"/>
              </a:spcAft>
              <a:buClr>
                <a:schemeClr val="dk1"/>
              </a:buClr>
              <a:buSzPts val="1000"/>
              <a:buFont typeface="Arial"/>
              <a:buNone/>
              <a:defRPr/>
            </a:lvl4pPr>
            <a:lvl5pPr marL="0" lvl="4" indent="0" algn="r">
              <a:lnSpc>
                <a:spcPct val="100000"/>
              </a:lnSpc>
              <a:spcBef>
                <a:spcPts val="0"/>
              </a:spcBef>
              <a:spcAft>
                <a:spcPts val="0"/>
              </a:spcAft>
              <a:buClr>
                <a:schemeClr val="dk1"/>
              </a:buClr>
              <a:buSzPts val="1000"/>
              <a:buFont typeface="Arial"/>
              <a:buNone/>
              <a:defRPr/>
            </a:lvl5pPr>
            <a:lvl6pPr marL="0" lvl="5" indent="0" algn="r">
              <a:lnSpc>
                <a:spcPct val="100000"/>
              </a:lnSpc>
              <a:spcBef>
                <a:spcPts val="0"/>
              </a:spcBef>
              <a:spcAft>
                <a:spcPts val="0"/>
              </a:spcAft>
              <a:buClr>
                <a:schemeClr val="dk1"/>
              </a:buClr>
              <a:buSzPts val="1000"/>
              <a:buFont typeface="Arial"/>
              <a:buNone/>
              <a:defRPr/>
            </a:lvl6pPr>
            <a:lvl7pPr marL="0" lvl="6" indent="0" algn="r">
              <a:lnSpc>
                <a:spcPct val="100000"/>
              </a:lnSpc>
              <a:spcBef>
                <a:spcPts val="0"/>
              </a:spcBef>
              <a:spcAft>
                <a:spcPts val="0"/>
              </a:spcAft>
              <a:buClr>
                <a:schemeClr val="dk1"/>
              </a:buClr>
              <a:buSzPts val="1000"/>
              <a:buFont typeface="Arial"/>
              <a:buNone/>
              <a:defRPr/>
            </a:lvl7pPr>
            <a:lvl8pPr marL="0" lvl="7" indent="0" algn="r">
              <a:lnSpc>
                <a:spcPct val="100000"/>
              </a:lnSpc>
              <a:spcBef>
                <a:spcPts val="0"/>
              </a:spcBef>
              <a:spcAft>
                <a:spcPts val="0"/>
              </a:spcAft>
              <a:buClr>
                <a:schemeClr val="dk1"/>
              </a:buClr>
              <a:buSzPts val="1000"/>
              <a:buFont typeface="Arial"/>
              <a:buNone/>
              <a:defRPr/>
            </a:lvl8pPr>
            <a:lvl9pPr marL="0" lvl="8" indent="0" algn="r">
              <a:lnSpc>
                <a:spcPct val="100000"/>
              </a:lnSpc>
              <a:spcBef>
                <a:spcPts val="0"/>
              </a:spcBef>
              <a:spcAft>
                <a:spcPts val="0"/>
              </a:spcAft>
              <a:buClr>
                <a:schemeClr val="dk1"/>
              </a:buClr>
              <a:buSzPts val="1000"/>
              <a:buFont typeface="Arial"/>
              <a:buNone/>
              <a:defRPr/>
            </a:lvl9pPr>
          </a:lstStyle>
          <a:p>
            <a:pPr marL="0" lvl="0" indent="0" algn="r" rtl="0">
              <a:spcBef>
                <a:spcPts val="0"/>
              </a:spcBef>
              <a:spcAft>
                <a:spcPts val="0"/>
              </a:spcAft>
              <a:buNone/>
            </a:pPr>
            <a:fld id="{00000000-1234-1234-1234-123412341234}" type="slidenum">
              <a:rPr lang="en-US"/>
              <a:t>‹#›</a:t>
            </a:fld>
            <a:endParaRPr/>
          </a:p>
        </p:txBody>
      </p:sp>
      <p:sp>
        <p:nvSpPr>
          <p:cNvPr id="141" name="Google Shape;141;p27"/>
          <p:cNvSpPr txBox="1">
            <a:spLocks noGrp="1"/>
          </p:cNvSpPr>
          <p:nvPr>
            <p:ph type="body" idx="1"/>
          </p:nvPr>
        </p:nvSpPr>
        <p:spPr>
          <a:xfrm>
            <a:off x="360000" y="2610760"/>
            <a:ext cx="3478685" cy="2108201"/>
          </a:xfrm>
          <a:prstGeom prst="rect">
            <a:avLst/>
          </a:prstGeom>
          <a:solidFill>
            <a:schemeClr val="accent2"/>
          </a:solidFill>
          <a:ln>
            <a:noFill/>
          </a:ln>
        </p:spPr>
        <p:txBody>
          <a:bodyPr spcFirstLastPara="1" wrap="square" lIns="182875" tIns="182875" rIns="182875" bIns="182875" anchor="ctr" anchorCtr="0">
            <a:normAutofit/>
          </a:bodyPr>
          <a:lstStyle>
            <a:lvl1pPr marL="457200" marR="0" lvl="0" indent="-228600" algn="ctr"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1pPr>
            <a:lvl2pPr marL="914400" marR="0" lvl="1"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2pPr>
            <a:lvl3pPr marL="1371600" marR="0" lvl="2"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3pPr>
            <a:lvl4pPr marL="1828800" marR="0" lvl="3"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4pPr>
            <a:lvl5pPr marL="2286000" marR="0" lvl="4"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42" name="Google Shape;142;p27"/>
          <p:cNvSpPr txBox="1">
            <a:spLocks noGrp="1"/>
          </p:cNvSpPr>
          <p:nvPr>
            <p:ph type="body" idx="2"/>
          </p:nvPr>
        </p:nvSpPr>
        <p:spPr>
          <a:xfrm>
            <a:off x="4308328" y="2610760"/>
            <a:ext cx="3478685" cy="2108201"/>
          </a:xfrm>
          <a:prstGeom prst="rect">
            <a:avLst/>
          </a:prstGeom>
          <a:solidFill>
            <a:schemeClr val="accent4"/>
          </a:solidFill>
          <a:ln>
            <a:noFill/>
          </a:ln>
        </p:spPr>
        <p:txBody>
          <a:bodyPr spcFirstLastPara="1" wrap="square" lIns="182875" tIns="182875" rIns="182875" bIns="182875" anchor="ctr" anchorCtr="0">
            <a:normAutofit/>
          </a:bodyPr>
          <a:lstStyle>
            <a:lvl1pPr marL="457200" marR="0" lvl="0" indent="-228600" algn="ctr"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1pPr>
            <a:lvl2pPr marL="914400" marR="0" lvl="1"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2pPr>
            <a:lvl3pPr marL="1371600" marR="0" lvl="2"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3pPr>
            <a:lvl4pPr marL="1828800" marR="0" lvl="3"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4pPr>
            <a:lvl5pPr marL="2286000" marR="0" lvl="4"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43" name="Google Shape;143;p27"/>
          <p:cNvSpPr txBox="1">
            <a:spLocks noGrp="1"/>
          </p:cNvSpPr>
          <p:nvPr>
            <p:ph type="body" idx="3"/>
          </p:nvPr>
        </p:nvSpPr>
        <p:spPr>
          <a:xfrm>
            <a:off x="8256655" y="2610760"/>
            <a:ext cx="3478685" cy="2108201"/>
          </a:xfrm>
          <a:prstGeom prst="rect">
            <a:avLst/>
          </a:prstGeom>
          <a:solidFill>
            <a:schemeClr val="accent3"/>
          </a:solidFill>
          <a:ln>
            <a:noFill/>
          </a:ln>
        </p:spPr>
        <p:txBody>
          <a:bodyPr spcFirstLastPara="1" wrap="square" lIns="182875" tIns="182875" rIns="182875" bIns="182875" anchor="ctr" anchorCtr="0">
            <a:normAutofit/>
          </a:bodyPr>
          <a:lstStyle>
            <a:lvl1pPr marL="457200" marR="0" lvl="0" indent="-228600" algn="ctr" rtl="0">
              <a:lnSpc>
                <a:spcPct val="100000"/>
              </a:lnSpc>
              <a:spcBef>
                <a:spcPts val="0"/>
              </a:spcBef>
              <a:spcAft>
                <a:spcPts val="0"/>
              </a:spcAft>
              <a:buClr>
                <a:schemeClr val="lt1"/>
              </a:buClr>
              <a:buSzPts val="2800"/>
              <a:buFont typeface="Arial"/>
              <a:buNone/>
              <a:defRPr sz="2800" b="1" i="0" u="none" strike="noStrike" cap="none">
                <a:solidFill>
                  <a:schemeClr val="lt1"/>
                </a:solidFill>
                <a:latin typeface="Arial"/>
                <a:ea typeface="Arial"/>
                <a:cs typeface="Arial"/>
                <a:sym typeface="Arial"/>
              </a:defRPr>
            </a:lvl1pPr>
            <a:lvl2pPr marL="914400" marR="0" lvl="1"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2pPr>
            <a:lvl3pPr marL="1371600" marR="0" lvl="2"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3pPr>
            <a:lvl4pPr marL="1828800" marR="0" lvl="3"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4pPr>
            <a:lvl5pPr marL="2286000" marR="0" lvl="4" indent="-228600" algn="ctr" rtl="0">
              <a:lnSpc>
                <a:spcPct val="100000"/>
              </a:lnSpc>
              <a:spcBef>
                <a:spcPts val="0"/>
              </a:spcBef>
              <a:spcAft>
                <a:spcPts val="0"/>
              </a:spcAft>
              <a:buClr>
                <a:srgbClr val="B40000"/>
              </a:buClr>
              <a:buSzPts val="2800"/>
              <a:buFont typeface="Arial"/>
              <a:buNone/>
              <a:defRPr sz="2800" b="1" i="0" u="none" strike="noStrike" cap="none">
                <a:solidFill>
                  <a:srgbClr val="B40000"/>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Slide with logo Dark">
  <p:cSld name="Slide with logo Dark">
    <p:bg>
      <p:bgPr>
        <a:solidFill>
          <a:schemeClr val="accent2"/>
        </a:solidFill>
        <a:effectLst/>
      </p:bgPr>
    </p:bg>
    <p:spTree>
      <p:nvGrpSpPr>
        <p:cNvPr id="1" name="Shape 144"/>
        <p:cNvGrpSpPr/>
        <p:nvPr/>
      </p:nvGrpSpPr>
      <p:grpSpPr>
        <a:xfrm>
          <a:off x="0" y="0"/>
          <a:ext cx="0" cy="0"/>
          <a:chOff x="0" y="0"/>
          <a:chExt cx="0" cy="0"/>
        </a:xfrm>
      </p:grpSpPr>
      <p:sp>
        <p:nvSpPr>
          <p:cNvPr id="145" name="Google Shape;145;p28"/>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46" name="Google Shape;146;p28"/>
          <p:cNvSpPr/>
          <p:nvPr/>
        </p:nvSpPr>
        <p:spPr>
          <a:xfrm>
            <a:off x="500" y="6761481"/>
            <a:ext cx="12178800" cy="9652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47" name="Google Shape;147;p28"/>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1_Slide with logo Teal">
  <p:cSld name="1_Slide with logo Teal">
    <p:bg>
      <p:bgPr>
        <a:solidFill>
          <a:schemeClr val="accent4"/>
        </a:solidFill>
        <a:effectLst/>
      </p:bgPr>
    </p:bg>
    <p:spTree>
      <p:nvGrpSpPr>
        <p:cNvPr id="1" name="Shape 148"/>
        <p:cNvGrpSpPr/>
        <p:nvPr/>
      </p:nvGrpSpPr>
      <p:grpSpPr>
        <a:xfrm>
          <a:off x="0" y="0"/>
          <a:ext cx="0" cy="0"/>
          <a:chOff x="0" y="0"/>
          <a:chExt cx="0" cy="0"/>
        </a:xfrm>
      </p:grpSpPr>
      <p:sp>
        <p:nvSpPr>
          <p:cNvPr id="149" name="Google Shape;149;p29"/>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lvl="0"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1pPr>
            <a:lvl2pPr marL="0" lvl="1"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2pPr>
            <a:lvl3pPr marL="0" lvl="2"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3pPr>
            <a:lvl4pPr marL="0" lvl="3"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4pPr>
            <a:lvl5pPr marL="0" lvl="4"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5pPr>
            <a:lvl6pPr marL="0" lvl="5"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6pPr>
            <a:lvl7pPr marL="0" lvl="6"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7pPr>
            <a:lvl8pPr marL="0" lvl="7"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8pPr>
            <a:lvl9pPr marL="0" lvl="8" indent="0" algn="r">
              <a:lnSpc>
                <a:spcPct val="100000"/>
              </a:lnSpc>
              <a:spcBef>
                <a:spcPts val="0"/>
              </a:spcBef>
              <a:spcAft>
                <a:spcPts val="0"/>
              </a:spcAft>
              <a:buClr>
                <a:schemeClr val="lt1"/>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50" name="Google Shape;150;p29"/>
          <p:cNvSpPr/>
          <p:nvPr/>
        </p:nvSpPr>
        <p:spPr>
          <a:xfrm>
            <a:off x="500" y="6761481"/>
            <a:ext cx="12178800" cy="9652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51" name="Google Shape;151;p29"/>
          <p:cNvPicPr preferRelativeResize="0"/>
          <p:nvPr/>
        </p:nvPicPr>
        <p:blipFill rotWithShape="1">
          <a:blip r:embed="rId2">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hank You Slide">
  <p:cSld name="Thank You Slide">
    <p:bg>
      <p:bgPr>
        <a:solidFill>
          <a:schemeClr val="accent1"/>
        </a:solidFill>
        <a:effectLst/>
      </p:bgPr>
    </p:bg>
    <p:spTree>
      <p:nvGrpSpPr>
        <p:cNvPr id="1" name="Shape 152"/>
        <p:cNvGrpSpPr/>
        <p:nvPr/>
      </p:nvGrpSpPr>
      <p:grpSpPr>
        <a:xfrm>
          <a:off x="0" y="0"/>
          <a:ext cx="0" cy="0"/>
          <a:chOff x="0" y="0"/>
          <a:chExt cx="0" cy="0"/>
        </a:xfrm>
      </p:grpSpPr>
      <p:sp>
        <p:nvSpPr>
          <p:cNvPr id="153" name="Google Shape;153;p30"/>
          <p:cNvSpPr/>
          <p:nvPr/>
        </p:nvSpPr>
        <p:spPr>
          <a:xfrm>
            <a:off x="165529" y="190499"/>
            <a:ext cx="11848241" cy="6477001"/>
          </a:xfrm>
          <a:prstGeom prst="rect">
            <a:avLst/>
          </a:prstGeom>
          <a:noFill/>
          <a:ln w="9525" cap="flat" cmpd="sng">
            <a:solidFill>
              <a:schemeClr val="lt1"/>
            </a:solidFill>
            <a:prstDash val="solid"/>
            <a:miter lim="400000"/>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accent3"/>
              </a:buClr>
              <a:buSzPts val="1900"/>
              <a:buFont typeface="Arial"/>
              <a:buNone/>
            </a:pPr>
            <a:endParaRPr sz="1900" b="1" i="0" u="none" strike="noStrike" cap="none">
              <a:solidFill>
                <a:srgbClr val="613100"/>
              </a:solidFill>
              <a:latin typeface="Arial"/>
              <a:ea typeface="Arial"/>
              <a:cs typeface="Arial"/>
              <a:sym typeface="Arial"/>
            </a:endParaRPr>
          </a:p>
        </p:txBody>
      </p:sp>
      <p:pic>
        <p:nvPicPr>
          <p:cNvPr id="154" name="Google Shape;154;p30" descr="Image"/>
          <p:cNvPicPr preferRelativeResize="0"/>
          <p:nvPr/>
        </p:nvPicPr>
        <p:blipFill rotWithShape="1">
          <a:blip r:embed="rId2">
            <a:alphaModFix/>
          </a:blip>
          <a:srcRect/>
          <a:stretch/>
        </p:blipFill>
        <p:spPr>
          <a:xfrm>
            <a:off x="600348" y="393566"/>
            <a:ext cx="6557644" cy="3556001"/>
          </a:xfrm>
          <a:prstGeom prst="rect">
            <a:avLst/>
          </a:prstGeom>
          <a:noFill/>
          <a:ln>
            <a:noFill/>
          </a:ln>
        </p:spPr>
      </p:pic>
      <p:sp>
        <p:nvSpPr>
          <p:cNvPr id="155" name="Google Shape;155;p30"/>
          <p:cNvSpPr txBox="1">
            <a:spLocks noGrp="1"/>
          </p:cNvSpPr>
          <p:nvPr>
            <p:ph type="body" idx="1"/>
          </p:nvPr>
        </p:nvSpPr>
        <p:spPr>
          <a:xfrm>
            <a:off x="617538"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6" name="Google Shape;156;p30"/>
          <p:cNvSpPr txBox="1">
            <a:spLocks noGrp="1"/>
          </p:cNvSpPr>
          <p:nvPr>
            <p:ph type="body" idx="2"/>
          </p:nvPr>
        </p:nvSpPr>
        <p:spPr>
          <a:xfrm>
            <a:off x="3473690"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7" name="Google Shape;157;p30"/>
          <p:cNvSpPr txBox="1">
            <a:spLocks noGrp="1"/>
          </p:cNvSpPr>
          <p:nvPr>
            <p:ph type="body" idx="3"/>
          </p:nvPr>
        </p:nvSpPr>
        <p:spPr>
          <a:xfrm>
            <a:off x="6329842"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8" name="Google Shape;158;p30"/>
          <p:cNvSpPr txBox="1">
            <a:spLocks noGrp="1"/>
          </p:cNvSpPr>
          <p:nvPr>
            <p:ph type="body" idx="4"/>
          </p:nvPr>
        </p:nvSpPr>
        <p:spPr>
          <a:xfrm>
            <a:off x="9185994" y="429133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600"/>
              <a:buFont typeface="Arial"/>
              <a:buNone/>
              <a:defRPr sz="1600" b="1"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59" name="Google Shape;159;p30"/>
          <p:cNvSpPr txBox="1">
            <a:spLocks noGrp="1"/>
          </p:cNvSpPr>
          <p:nvPr>
            <p:ph type="body" idx="5"/>
          </p:nvPr>
        </p:nvSpPr>
        <p:spPr>
          <a:xfrm>
            <a:off x="617538"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60" name="Google Shape;160;p30"/>
          <p:cNvSpPr txBox="1">
            <a:spLocks noGrp="1"/>
          </p:cNvSpPr>
          <p:nvPr>
            <p:ph type="body" idx="6"/>
          </p:nvPr>
        </p:nvSpPr>
        <p:spPr>
          <a:xfrm>
            <a:off x="3473690"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61" name="Google Shape;161;p30"/>
          <p:cNvSpPr txBox="1">
            <a:spLocks noGrp="1"/>
          </p:cNvSpPr>
          <p:nvPr>
            <p:ph type="body" idx="7"/>
          </p:nvPr>
        </p:nvSpPr>
        <p:spPr>
          <a:xfrm>
            <a:off x="6329842"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sp>
        <p:nvSpPr>
          <p:cNvPr id="162" name="Google Shape;162;p30"/>
          <p:cNvSpPr txBox="1">
            <a:spLocks noGrp="1"/>
          </p:cNvSpPr>
          <p:nvPr>
            <p:ph type="body" idx="8"/>
          </p:nvPr>
        </p:nvSpPr>
        <p:spPr>
          <a:xfrm>
            <a:off x="9185994" y="4725144"/>
            <a:ext cx="2340000" cy="360000"/>
          </a:xfrm>
          <a:prstGeom prst="rect">
            <a:avLst/>
          </a:prstGeom>
          <a:noFill/>
          <a:ln>
            <a:noFill/>
          </a:ln>
        </p:spPr>
        <p:txBody>
          <a:bodyPr spcFirstLastPara="1" wrap="square" lIns="0" tIns="0" rIns="0" bIns="0" anchor="t" anchorCtr="0">
            <a:noAutofit/>
          </a:bodyPr>
          <a:lstStyle>
            <a:lvl1pPr marL="457200" marR="0" lvl="0" indent="-228600" algn="l" rtl="0">
              <a:lnSpc>
                <a:spcPct val="100000"/>
              </a:lnSpc>
              <a:spcBef>
                <a:spcPts val="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1pPr>
            <a:lvl2pPr marL="914400" marR="0" lvl="1" indent="-228600" algn="l" rtl="0">
              <a:lnSpc>
                <a:spcPct val="100000"/>
              </a:lnSpc>
              <a:spcBef>
                <a:spcPts val="1000"/>
              </a:spcBef>
              <a:spcAft>
                <a:spcPts val="0"/>
              </a:spcAft>
              <a:buClr>
                <a:srgbClr val="FFFFFF"/>
              </a:buClr>
              <a:buSzPts val="1200"/>
              <a:buFont typeface="Arial"/>
              <a:buNone/>
              <a:defRPr sz="1200" b="0" i="0" u="none" strike="noStrike" cap="none">
                <a:solidFill>
                  <a:srgbClr val="FFFFFF"/>
                </a:solidFill>
                <a:latin typeface="Arial"/>
                <a:ea typeface="Arial"/>
                <a:cs typeface="Arial"/>
                <a:sym typeface="Arial"/>
              </a:defRPr>
            </a:lvl2pPr>
            <a:lvl3pPr marL="1371600" marR="0" lvl="2" indent="-228600" algn="l" rtl="0">
              <a:lnSpc>
                <a:spcPct val="100000"/>
              </a:lnSpc>
              <a:spcBef>
                <a:spcPts val="0"/>
              </a:spcBef>
              <a:spcAft>
                <a:spcPts val="0"/>
              </a:spcAft>
              <a:buClr>
                <a:srgbClr val="007565"/>
              </a:buClr>
              <a:buSzPts val="1400"/>
              <a:buFont typeface="Arial"/>
              <a:buNone/>
              <a:defRPr sz="1400" b="0" i="0" u="none" strike="noStrike" cap="none">
                <a:solidFill>
                  <a:srgbClr val="007565"/>
                </a:solidFill>
                <a:latin typeface="Arial"/>
                <a:ea typeface="Arial"/>
                <a:cs typeface="Arial"/>
                <a:sym typeface="Arial"/>
              </a:defRPr>
            </a:lvl3pPr>
            <a:lvl4pPr marL="1828800" marR="0" lvl="3"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4pPr>
            <a:lvl5pPr marL="2286000" marR="0" lvl="4" indent="-317500" algn="l" rtl="0">
              <a:lnSpc>
                <a:spcPct val="100000"/>
              </a:lnSpc>
              <a:spcBef>
                <a:spcPts val="500"/>
              </a:spcBef>
              <a:spcAft>
                <a:spcPts val="0"/>
              </a:spcAft>
              <a:buClr>
                <a:srgbClr val="007565"/>
              </a:buClr>
              <a:buSzPts val="1400"/>
              <a:buFont typeface="Arial"/>
              <a:buChar char="-"/>
              <a:defRPr sz="1400" b="0" i="0" u="none" strike="noStrike" cap="none">
                <a:solidFill>
                  <a:srgbClr val="007565"/>
                </a:solidFill>
                <a:latin typeface="Arial"/>
                <a:ea typeface="Arial"/>
                <a:cs typeface="Arial"/>
                <a:sym typeface="Arial"/>
              </a:defRPr>
            </a:lvl5pPr>
            <a:lvl6pPr marL="2743200" marR="0" lvl="5"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6pPr>
            <a:lvl7pPr marL="3200400" marR="0" lvl="6"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7pPr>
            <a:lvl8pPr marL="3657600" marR="0" lvl="7"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8pPr>
            <a:lvl9pPr marL="4114800" marR="0" lvl="8" indent="-304800" algn="l" rtl="0">
              <a:lnSpc>
                <a:spcPct val="133333"/>
              </a:lnSpc>
              <a:spcBef>
                <a:spcPts val="1000"/>
              </a:spcBef>
              <a:spcAft>
                <a:spcPts val="0"/>
              </a:spcAft>
              <a:buClr>
                <a:srgbClr val="007565"/>
              </a:buClr>
              <a:buSzPts val="1200"/>
              <a:buFont typeface="Arial"/>
              <a:buChar char="•"/>
              <a:defRPr sz="1200" b="0" i="0" u="none" strike="noStrike" cap="none">
                <a:solidFill>
                  <a:srgbClr val="007565"/>
                </a:solidFill>
                <a:latin typeface="Arial"/>
                <a:ea typeface="Arial"/>
                <a:cs typeface="Arial"/>
                <a:sym typeface="Arial"/>
              </a:defRPr>
            </a:lvl9pPr>
          </a:lstStyle>
          <a:p>
            <a:endParaRPr/>
          </a:p>
        </p:txBody>
      </p:sp>
      <p:pic>
        <p:nvPicPr>
          <p:cNvPr id="163" name="Google Shape;163;p30"/>
          <p:cNvPicPr preferRelativeResize="0"/>
          <p:nvPr/>
        </p:nvPicPr>
        <p:blipFill rotWithShape="1">
          <a:blip r:embed="rId3">
            <a:alphaModFix/>
          </a:blip>
          <a:srcRect/>
          <a:stretch/>
        </p:blipFill>
        <p:spPr>
          <a:xfrm>
            <a:off x="10897966" y="362285"/>
            <a:ext cx="835200" cy="417600"/>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1pPr>
            <a:lvl2pPr marL="0" marR="0" lvl="1"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chemeClr val="dk1"/>
              </a:buClr>
              <a:buSzPts val="1000"/>
              <a:buFont typeface="Arial"/>
              <a:buNone/>
              <a:defRPr sz="10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7" name="Google Shape;7;p8"/>
          <p:cNvSpPr/>
          <p:nvPr/>
        </p:nvSpPr>
        <p:spPr>
          <a:xfrm>
            <a:off x="500" y="6761480"/>
            <a:ext cx="12178800" cy="9652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B40000"/>
              </a:buClr>
              <a:buSzPts val="1900"/>
              <a:buFont typeface="Arial"/>
              <a:buNone/>
            </a:pPr>
            <a:endParaRPr sz="1900" b="1" i="0" u="none" strike="noStrike" cap="none">
              <a:solidFill>
                <a:srgbClr val="613100"/>
              </a:solidFill>
              <a:latin typeface="Arial"/>
              <a:ea typeface="Arial"/>
              <a:cs typeface="Arial"/>
              <a:sym typeface="Arial"/>
            </a:endParaRPr>
          </a:p>
        </p:txBody>
      </p:sp>
      <p:sp>
        <p:nvSpPr>
          <p:cNvPr id="8" name="Google Shape;8;p8"/>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lvl1pPr marR="0" lvl="0" algn="l" rtl="0">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marR="0" lvl="1"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2pPr>
            <a:lvl3pPr marR="0" lvl="2"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3pPr>
            <a:lvl4pPr marR="0" lvl="3"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4pPr>
            <a:lvl5pPr marR="0" lvl="4"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5pPr>
            <a:lvl6pPr marR="0" lvl="5"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6pPr>
            <a:lvl7pPr marR="0" lvl="6"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7pPr>
            <a:lvl8pPr marR="0" lvl="7"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8pPr>
            <a:lvl9pPr marR="0" lvl="8" algn="l" rtl="0">
              <a:lnSpc>
                <a:spcPct val="115789"/>
              </a:lnSpc>
              <a:spcBef>
                <a:spcPts val="2200"/>
              </a:spcBef>
              <a:spcAft>
                <a:spcPts val="0"/>
              </a:spcAft>
              <a:buClr>
                <a:srgbClr val="000000"/>
              </a:buClr>
              <a:buSzPts val="1900"/>
              <a:buFont typeface="Arial"/>
              <a:buNone/>
              <a:defRPr sz="1900" b="1" i="0" u="none" strike="noStrike" cap="none">
                <a:solidFill>
                  <a:srgbClr val="000000"/>
                </a:solidFill>
                <a:latin typeface="Arial"/>
                <a:ea typeface="Arial"/>
                <a:cs typeface="Arial"/>
                <a:sym typeface="Arial"/>
              </a:defRPr>
            </a:lvl9pPr>
          </a:lstStyle>
          <a:p>
            <a:endParaRPr/>
          </a:p>
        </p:txBody>
      </p:sp>
      <p:pic>
        <p:nvPicPr>
          <p:cNvPr id="9" name="Google Shape;9;p8"/>
          <p:cNvPicPr preferRelativeResize="0"/>
          <p:nvPr/>
        </p:nvPicPr>
        <p:blipFill rotWithShape="1">
          <a:blip r:embed="rId24">
            <a:alphaModFix/>
          </a:blip>
          <a:srcRect/>
          <a:stretch/>
        </p:blipFill>
        <p:spPr>
          <a:xfrm>
            <a:off x="10897966" y="362286"/>
            <a:ext cx="833598" cy="4167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
          <p:cNvSpPr txBox="1">
            <a:spLocks noGrp="1"/>
          </p:cNvSpPr>
          <p:nvPr>
            <p:ph type="body" idx="1"/>
          </p:nvPr>
        </p:nvSpPr>
        <p:spPr>
          <a:xfrm>
            <a:off x="1014024" y="3300340"/>
            <a:ext cx="9246600" cy="1123200"/>
          </a:xfrm>
          <a:prstGeom prst="rect">
            <a:avLst/>
          </a:prstGeom>
          <a:noFill/>
          <a:ln>
            <a:noFill/>
          </a:ln>
        </p:spPr>
        <p:txBody>
          <a:bodyPr spcFirstLastPara="1" wrap="square" lIns="0" tIns="0" rIns="0" bIns="0" anchor="t" anchorCtr="0">
            <a:noAutofit/>
          </a:bodyPr>
          <a:lstStyle/>
          <a:p>
            <a:pPr marL="0" lvl="0" indent="0">
              <a:lnSpc>
                <a:spcPct val="115000"/>
              </a:lnSpc>
              <a:spcBef>
                <a:spcPts val="1200"/>
              </a:spcBef>
            </a:pPr>
            <a:r>
              <a:rPr lang="en-GB" sz="1800" dirty="0"/>
              <a:t>An AI-powered recruitment orchestration platform built using UiPath Maestro that intelligently processes recruitment emails, evaluates candidates using business context—not just ATS scores—and automates the hiring journey</a:t>
            </a:r>
            <a:endParaRPr sz="2000" b="1" dirty="0"/>
          </a:p>
        </p:txBody>
      </p:sp>
      <p:sp>
        <p:nvSpPr>
          <p:cNvPr id="169" name="Google Shape;169;p1"/>
          <p:cNvSpPr txBox="1">
            <a:spLocks noGrp="1"/>
          </p:cNvSpPr>
          <p:nvPr>
            <p:ph type="title"/>
          </p:nvPr>
        </p:nvSpPr>
        <p:spPr>
          <a:xfrm>
            <a:off x="884678" y="1896150"/>
            <a:ext cx="8568000" cy="1712100"/>
          </a:xfrm>
          <a:prstGeom prst="rect">
            <a:avLst/>
          </a:prstGeom>
          <a:noFill/>
          <a:ln>
            <a:noFill/>
          </a:ln>
        </p:spPr>
        <p:txBody>
          <a:bodyPr spcFirstLastPara="1" wrap="square" lIns="0" tIns="0" rIns="0" bIns="0" anchor="t" anchorCtr="0">
            <a:noAutofit/>
          </a:bodyPr>
          <a:lstStyle/>
          <a:p>
            <a:r>
              <a:rPr lang="en-GB" sz="5400" dirty="0"/>
              <a:t>TalentFlowAI</a:t>
            </a:r>
            <a:br>
              <a:rPr lang="en-GB" sz="5400" dirty="0"/>
            </a:br>
            <a:r>
              <a:rPr lang="en-GB" sz="1600" dirty="0"/>
              <a:t>Because Great Talent Should Never Be Lost</a:t>
            </a:r>
          </a:p>
        </p:txBody>
      </p:sp>
      <p:pic>
        <p:nvPicPr>
          <p:cNvPr id="170" name="Google Shape;170;p1"/>
          <p:cNvPicPr preferRelativeResize="0"/>
          <p:nvPr/>
        </p:nvPicPr>
        <p:blipFill>
          <a:blip r:embed="rId3">
            <a:alphaModFix/>
          </a:blip>
          <a:stretch>
            <a:fillRect/>
          </a:stretch>
        </p:blipFill>
        <p:spPr>
          <a:xfrm>
            <a:off x="8206775" y="778600"/>
            <a:ext cx="3861067" cy="21718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
          <p:cNvSpPr txBox="1">
            <a:spLocks noGrp="1"/>
          </p:cNvSpPr>
          <p:nvPr>
            <p:ph type="title"/>
          </p:nvPr>
        </p:nvSpPr>
        <p:spPr>
          <a:xfrm>
            <a:off x="359999" y="360000"/>
            <a:ext cx="9000000" cy="900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172024"/>
              </a:buClr>
              <a:buSzPts val="3000"/>
              <a:buFont typeface="Arial"/>
              <a:buNone/>
            </a:pPr>
            <a:r>
              <a:rPr lang="en-US">
                <a:solidFill>
                  <a:srgbClr val="172024"/>
                </a:solidFill>
              </a:rPr>
              <a:t>Problem statement and proposed solution</a:t>
            </a:r>
            <a:endParaRPr>
              <a:solidFill>
                <a:srgbClr val="172024"/>
              </a:solidFill>
            </a:endParaRPr>
          </a:p>
        </p:txBody>
      </p:sp>
      <p:sp>
        <p:nvSpPr>
          <p:cNvPr id="176" name="Google Shape;176;p3"/>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chemeClr val="dk1"/>
              </a:buClr>
              <a:buSzPts val="1000"/>
              <a:buFont typeface="Arial"/>
              <a:buNone/>
            </a:pPr>
            <a:fld id="{00000000-1234-1234-1234-123412341234}" type="slidenum">
              <a:rPr lang="en-US"/>
              <a:t>2</a:t>
            </a:fld>
            <a:endParaRPr/>
          </a:p>
        </p:txBody>
      </p:sp>
      <p:sp>
        <p:nvSpPr>
          <p:cNvPr id="177" name="Google Shape;177;p3"/>
          <p:cNvSpPr txBox="1">
            <a:spLocks noGrp="1"/>
          </p:cNvSpPr>
          <p:nvPr>
            <p:ph type="body" idx="1"/>
          </p:nvPr>
        </p:nvSpPr>
        <p:spPr>
          <a:xfrm>
            <a:off x="410341" y="1803106"/>
            <a:ext cx="5040000" cy="25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200"/>
              <a:buFont typeface="Arial"/>
              <a:buNone/>
            </a:pPr>
            <a:r>
              <a:rPr lang="en-US"/>
              <a:t>Problem</a:t>
            </a:r>
            <a:endParaRPr/>
          </a:p>
        </p:txBody>
      </p:sp>
      <p:sp>
        <p:nvSpPr>
          <p:cNvPr id="178" name="Google Shape;178;p3"/>
          <p:cNvSpPr txBox="1">
            <a:spLocks noGrp="1"/>
          </p:cNvSpPr>
          <p:nvPr>
            <p:ph type="body" idx="2"/>
          </p:nvPr>
        </p:nvSpPr>
        <p:spPr>
          <a:xfrm>
            <a:off x="0" y="2435290"/>
            <a:ext cx="4721290" cy="5098994"/>
          </a:xfrm>
          <a:prstGeom prst="rect">
            <a:avLst/>
          </a:prstGeom>
          <a:noFill/>
          <a:ln>
            <a:noFill/>
          </a:ln>
        </p:spPr>
        <p:txBody>
          <a:bodyPr spcFirstLastPara="1" wrap="square" lIns="0" tIns="0" rIns="0" bIns="0" anchor="t" anchorCtr="0">
            <a:noAutofit/>
          </a:bodyPr>
          <a:lstStyle/>
          <a:p>
            <a:pPr lvl="0" indent="0"/>
            <a:r>
              <a:rPr lang="en-GB" dirty="0"/>
              <a:t>Recruitment teams handle </a:t>
            </a:r>
            <a:r>
              <a:rPr lang="en-GB" b="1" dirty="0"/>
              <a:t>thousands of unstructured applications</a:t>
            </a:r>
            <a:r>
              <a:rPr lang="en-GB" dirty="0"/>
              <a:t> while manually reviewing resumes, verifying candidate history, collecting missing information, scheduling interviews, and meeting hiring deadlines. The growing workload makes it difficult to identify the best talent quickly, causing qualified candidates to be overlooked.</a:t>
            </a:r>
            <a:endParaRPr dirty="0"/>
          </a:p>
        </p:txBody>
      </p:sp>
      <p:sp>
        <p:nvSpPr>
          <p:cNvPr id="179" name="Google Shape;179;p3"/>
          <p:cNvSpPr txBox="1">
            <a:spLocks noGrp="1"/>
          </p:cNvSpPr>
          <p:nvPr>
            <p:ph type="body" idx="3"/>
          </p:nvPr>
        </p:nvSpPr>
        <p:spPr>
          <a:xfrm>
            <a:off x="6475864" y="1677106"/>
            <a:ext cx="5040000" cy="2520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chemeClr val="dk1"/>
              </a:buClr>
              <a:buSzPts val="2200"/>
              <a:buFont typeface="Arial"/>
              <a:buNone/>
            </a:pPr>
            <a:r>
              <a:rPr lang="en-US" dirty="0"/>
              <a:t>Solution</a:t>
            </a:r>
            <a:endParaRPr dirty="0"/>
          </a:p>
        </p:txBody>
      </p:sp>
      <p:sp>
        <p:nvSpPr>
          <p:cNvPr id="180" name="Google Shape;180;p3"/>
          <p:cNvSpPr txBox="1">
            <a:spLocks noGrp="1"/>
          </p:cNvSpPr>
          <p:nvPr>
            <p:ph type="body" idx="4"/>
          </p:nvPr>
        </p:nvSpPr>
        <p:spPr>
          <a:xfrm>
            <a:off x="6475864" y="2313888"/>
            <a:ext cx="5255700" cy="4320000"/>
          </a:xfrm>
          <a:prstGeom prst="rect">
            <a:avLst/>
          </a:prstGeom>
          <a:noFill/>
          <a:ln>
            <a:noFill/>
          </a:ln>
        </p:spPr>
        <p:txBody>
          <a:bodyPr spcFirstLastPara="1" wrap="square" lIns="0" tIns="0" rIns="0" bIns="0" anchor="t" anchorCtr="0">
            <a:noAutofit/>
          </a:bodyPr>
          <a:lstStyle/>
          <a:p>
            <a:pPr marL="0" lvl="0" indent="0">
              <a:lnSpc>
                <a:spcPct val="115000"/>
              </a:lnSpc>
              <a:spcBef>
                <a:spcPts val="1200"/>
              </a:spcBef>
            </a:pPr>
            <a:r>
              <a:rPr lang="en-GB" b="1" dirty="0"/>
              <a:t>TalentFlowAI</a:t>
            </a:r>
            <a:r>
              <a:rPr lang="en-GB" dirty="0"/>
              <a:t> is an AI-powered recruitment orchestration platform built on </a:t>
            </a:r>
            <a:r>
              <a:rPr lang="en-GB" b="1" dirty="0"/>
              <a:t>UiPath Maestro</a:t>
            </a:r>
            <a:r>
              <a:rPr lang="en-GB" dirty="0"/>
              <a:t>. It automatically processes job applications, understands resumes, collects missing candidate information, evaluates candidates using AI and business context, intelligently routes them to the best opportunity, and automates interview scheduling with human oversight when required—ensuring the </a:t>
            </a:r>
            <a:r>
              <a:rPr lang="en-GB" b="1" dirty="0"/>
              <a:t>right talent reaches the right opportunity at the right time.</a:t>
            </a:r>
            <a:endParaRPr sz="2400" dirty="0"/>
          </a:p>
        </p:txBody>
      </p:sp>
      <p:sp>
        <p:nvSpPr>
          <p:cNvPr id="181" name="Google Shape;181;p3"/>
          <p:cNvSpPr txBox="1"/>
          <p:nvPr/>
        </p:nvSpPr>
        <p:spPr>
          <a:xfrm>
            <a:off x="0" y="2721889"/>
            <a:ext cx="12179400" cy="39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4"/>
          <p:cNvSpPr txBox="1"/>
          <p:nvPr/>
        </p:nvSpPr>
        <p:spPr>
          <a:xfrm>
            <a:off x="187591" y="129956"/>
            <a:ext cx="9000000" cy="49992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0"/>
              <a:buFont typeface="Arial"/>
              <a:buNone/>
            </a:pPr>
            <a:r>
              <a:rPr lang="en-US" sz="3000" b="1" i="0" u="none" strike="noStrike" cap="none" dirty="0">
                <a:solidFill>
                  <a:schemeClr val="dk1"/>
                </a:solidFill>
                <a:latin typeface="Arial"/>
                <a:ea typeface="Arial"/>
                <a:cs typeface="Arial"/>
                <a:sym typeface="Arial"/>
              </a:rPr>
              <a:t>Benefits and technologies used</a:t>
            </a:r>
            <a:endParaRPr sz="3000" b="1" i="0" u="none" strike="noStrike" cap="none" dirty="0">
              <a:solidFill>
                <a:schemeClr val="dk1"/>
              </a:solidFill>
              <a:latin typeface="Arial"/>
              <a:ea typeface="Arial"/>
              <a:cs typeface="Arial"/>
              <a:sym typeface="Arial"/>
            </a:endParaRPr>
          </a:p>
        </p:txBody>
      </p:sp>
      <p:sp>
        <p:nvSpPr>
          <p:cNvPr id="187" name="Google Shape;187;p4"/>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chemeClr val="dk1"/>
              </a:buClr>
              <a:buSzPts val="1000"/>
              <a:buFont typeface="Arial"/>
              <a:buNone/>
            </a:pPr>
            <a:fld id="{00000000-1234-1234-1234-123412341234}" type="slidenum">
              <a:rPr lang="en-US"/>
              <a:t>3</a:t>
            </a:fld>
            <a:endParaRPr/>
          </a:p>
        </p:txBody>
      </p:sp>
      <p:graphicFrame>
        <p:nvGraphicFramePr>
          <p:cNvPr id="188" name="Google Shape;188;p4"/>
          <p:cNvGraphicFramePr/>
          <p:nvPr>
            <p:extLst>
              <p:ext uri="{D42A27DB-BD31-4B8C-83A1-F6EECF244321}">
                <p14:modId xmlns:p14="http://schemas.microsoft.com/office/powerpoint/2010/main" val="780450450"/>
              </p:ext>
            </p:extLst>
          </p:nvPr>
        </p:nvGraphicFramePr>
        <p:xfrm>
          <a:off x="121274" y="648159"/>
          <a:ext cx="5139225" cy="6249450"/>
        </p:xfrm>
        <a:graphic>
          <a:graphicData uri="http://schemas.openxmlformats.org/drawingml/2006/table">
            <a:tbl>
              <a:tblPr>
                <a:noFill/>
                <a:tableStyleId>{D7072550-EF59-46E0-827C-C5B7B6B1D680}</a:tableStyleId>
              </a:tblPr>
              <a:tblGrid>
                <a:gridCol w="2377850">
                  <a:extLst>
                    <a:ext uri="{9D8B030D-6E8A-4147-A177-3AD203B41FA5}">
                      <a16:colId xmlns:a16="http://schemas.microsoft.com/office/drawing/2014/main" val="20000"/>
                    </a:ext>
                  </a:extLst>
                </a:gridCol>
                <a:gridCol w="2761375">
                  <a:extLst>
                    <a:ext uri="{9D8B030D-6E8A-4147-A177-3AD203B41FA5}">
                      <a16:colId xmlns:a16="http://schemas.microsoft.com/office/drawing/2014/main" val="20001"/>
                    </a:ext>
                  </a:extLst>
                </a:gridCol>
              </a:tblGrid>
              <a:tr h="1212025">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End-user​</a:t>
                      </a:r>
                      <a:endParaRPr sz="1700" b="1" i="0" u="none" strike="noStrike" cap="none">
                        <a:solidFill>
                          <a:srgbClr val="FFFFFF"/>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32C4F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lvl="0" indent="0" algn="l" rtl="0">
                        <a:lnSpc>
                          <a:spcPct val="115000"/>
                        </a:lnSpc>
                        <a:spcBef>
                          <a:spcPts val="0"/>
                        </a:spcBef>
                        <a:spcAft>
                          <a:spcPts val="0"/>
                        </a:spcAft>
                        <a:buNone/>
                      </a:pPr>
                      <a:r>
                        <a:rPr lang="en-GB" sz="1800" dirty="0" smtClean="0"/>
                        <a:t>Recruitment Teams, Hiring Managers, Job Applicants</a:t>
                      </a:r>
                      <a:endParaRPr sz="17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2700" cap="flat" cmpd="sng">
                      <a:solidFill>
                        <a:srgbClr val="32C4F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0"/>
                  </a:ext>
                </a:extLst>
              </a:tr>
              <a:tr h="1212025">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User department</a:t>
                      </a:r>
                      <a:r>
                        <a:rPr lang="en-US" sz="1700" b="0" i="0" u="none" strike="noStrike" cap="none">
                          <a:solidFill>
                            <a:srgbClr val="000000"/>
                          </a:solidFill>
                          <a:latin typeface="Arial"/>
                          <a:ea typeface="Arial"/>
                          <a:cs typeface="Arial"/>
                          <a:sym typeface="Arial"/>
                        </a:rPr>
                        <a:t>​</a:t>
                      </a:r>
                      <a:endParaRPr sz="1700" b="0" i="0" u="none" strike="noStrike" cap="none">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lvl="0" indent="0" algn="l" rtl="0">
                        <a:lnSpc>
                          <a:spcPct val="115000"/>
                        </a:lnSpc>
                        <a:spcBef>
                          <a:spcPts val="0"/>
                        </a:spcBef>
                        <a:spcAft>
                          <a:spcPts val="0"/>
                        </a:spcAft>
                        <a:buNone/>
                      </a:pPr>
                      <a:r>
                        <a:rPr lang="en-IN" sz="1800" dirty="0" smtClean="0"/>
                        <a:t>Talent Acquisition, HR Operations, Recruitment Teams</a:t>
                      </a:r>
                      <a:endParaRPr sz="17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1"/>
                  </a:ext>
                </a:extLst>
              </a:tr>
              <a:tr h="920650">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Industries</a:t>
                      </a:r>
                      <a:r>
                        <a:rPr lang="en-US" sz="1700" b="0" i="0" u="none" strike="noStrike" cap="none">
                          <a:solidFill>
                            <a:srgbClr val="000000"/>
                          </a:solidFill>
                          <a:latin typeface="Arial"/>
                          <a:ea typeface="Arial"/>
                          <a:cs typeface="Arial"/>
                          <a:sym typeface="Arial"/>
                        </a:rPr>
                        <a:t>​</a:t>
                      </a:r>
                      <a:endParaRPr sz="1700" b="0" i="0" u="none" strike="noStrike" cap="none">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lvl="0" indent="0" algn="l" rtl="0">
                        <a:lnSpc>
                          <a:spcPct val="115000"/>
                        </a:lnSpc>
                        <a:spcBef>
                          <a:spcPts val="0"/>
                        </a:spcBef>
                        <a:spcAft>
                          <a:spcPts val="0"/>
                        </a:spcAft>
                        <a:buNone/>
                      </a:pPr>
                      <a:r>
                        <a:rPr lang="en-GB" sz="1800" dirty="0" smtClean="0"/>
                        <a:t>Human Resources, Recruitment, Staffing, Enterprise Hiring</a:t>
                      </a:r>
                      <a:endParaRPr sz="1700"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2"/>
                  </a:ext>
                </a:extLst>
              </a:tr>
              <a:tr h="920650">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UiPath products used</a:t>
                      </a:r>
                      <a:r>
                        <a:rPr lang="en-US" sz="1700" b="0" i="0" u="none" strike="noStrike" cap="none">
                          <a:solidFill>
                            <a:srgbClr val="000000"/>
                          </a:solidFill>
                          <a:latin typeface="Arial"/>
                          <a:ea typeface="Arial"/>
                          <a:cs typeface="Arial"/>
                          <a:sym typeface="Arial"/>
                        </a:rPr>
                        <a:t>​</a:t>
                      </a:r>
                      <a:endParaRPr sz="1700" b="0" i="0" u="none" strike="noStrike" cap="none">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700" dirty="0"/>
                        <a:t> </a:t>
                      </a:r>
                      <a:r>
                        <a:rPr lang="en-GB" sz="1800" dirty="0" smtClean="0"/>
                        <a:t>UiPath Maestro, Agent Builder, Data Service, Apps, Integration</a:t>
                      </a:r>
                      <a:r>
                        <a:rPr lang="en-GB" sz="1800" baseline="0" dirty="0" smtClean="0"/>
                        <a:t> </a:t>
                      </a:r>
                      <a:r>
                        <a:rPr lang="en-GB" sz="1800" dirty="0" smtClean="0"/>
                        <a:t>Services, Action </a:t>
                      </a:r>
                      <a:r>
                        <a:rPr lang="en-GB" sz="1800" dirty="0" err="1" smtClean="0"/>
                        <a:t>Center</a:t>
                      </a:r>
                      <a:r>
                        <a:rPr lang="en-GB" sz="1800" dirty="0" smtClean="0"/>
                        <a:t>, Orchestrator</a:t>
                      </a:r>
                      <a:endParaRPr sz="1700" b="0" i="0" u="none" strike="noStrike" cap="none" dirty="0">
                        <a:solidFill>
                          <a:srgbClr val="000000"/>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9375" cap="flat" cmpd="sng">
                      <a:solidFill>
                        <a:srgbClr val="DFE3E3"/>
                      </a:solidFill>
                      <a:prstDash val="solid"/>
                      <a:round/>
                      <a:headEnd type="none" w="sm" len="sm"/>
                      <a:tailEnd type="none" w="sm" len="sm"/>
                    </a:lnB>
                    <a:solidFill>
                      <a:srgbClr val="0BA2B3"/>
                    </a:solidFill>
                  </a:tcPr>
                </a:tc>
                <a:extLst>
                  <a:ext uri="{0D108BD9-81ED-4DB2-BD59-A6C34878D82A}">
                    <a16:rowId xmlns:a16="http://schemas.microsoft.com/office/drawing/2014/main" val="10003"/>
                  </a:ext>
                </a:extLst>
              </a:tr>
              <a:tr h="1172350">
                <a:tc>
                  <a:txBody>
                    <a:bodyPr/>
                    <a:lstStyle/>
                    <a:p>
                      <a:pPr marL="0" marR="0" lvl="0" indent="0" algn="l" rtl="0">
                        <a:lnSpc>
                          <a:spcPct val="115000"/>
                        </a:lnSpc>
                        <a:spcBef>
                          <a:spcPts val="0"/>
                        </a:spcBef>
                        <a:spcAft>
                          <a:spcPts val="0"/>
                        </a:spcAft>
                        <a:buClr>
                          <a:srgbClr val="FFFFFF"/>
                        </a:buClr>
                        <a:buSzPts val="1800"/>
                        <a:buFont typeface="Arial"/>
                        <a:buNone/>
                      </a:pPr>
                      <a:r>
                        <a:rPr lang="en-US" sz="1700" b="1" i="0" u="none" strike="noStrike" cap="none">
                          <a:solidFill>
                            <a:srgbClr val="FFFFFF"/>
                          </a:solidFill>
                          <a:latin typeface="Arial"/>
                          <a:ea typeface="Arial"/>
                          <a:cs typeface="Arial"/>
                          <a:sym typeface="Arial"/>
                        </a:rPr>
                        <a:t>Other - integrations / APIs / technologies used</a:t>
                      </a:r>
                      <a:r>
                        <a:rPr lang="en-US" sz="1700" b="0" i="0" u="none" strike="noStrike" cap="none">
                          <a:solidFill>
                            <a:srgbClr val="000000"/>
                          </a:solidFill>
                          <a:latin typeface="Arial"/>
                          <a:ea typeface="Arial"/>
                          <a:cs typeface="Arial"/>
                          <a:sym typeface="Arial"/>
                        </a:rPr>
                        <a:t>​</a:t>
                      </a:r>
                      <a:endParaRPr sz="1700" b="0" i="0" u="none" strike="noStrike" cap="none">
                        <a:solidFill>
                          <a:srgbClr val="000000"/>
                        </a:solidFill>
                      </a:endParaRPr>
                    </a:p>
                  </a:txBody>
                  <a:tcPr marL="91450" marR="91450" marT="45725" marB="45725" anchor="ctr">
                    <a:lnL w="12700" cap="flat" cmpd="sng">
                      <a:solidFill>
                        <a:srgbClr val="32C4F3"/>
                      </a:solidFill>
                      <a:prstDash val="solid"/>
                      <a:round/>
                      <a:headEnd type="none" w="sm" len="sm"/>
                      <a:tailEnd type="none" w="sm" len="sm"/>
                    </a:lnL>
                    <a:lnR w="12700" cap="flat" cmpd="sng">
                      <a:solidFill>
                        <a:srgbClr val="FFFFFF"/>
                      </a:solidFill>
                      <a:prstDash val="solid"/>
                      <a:round/>
                      <a:headEnd type="none" w="sm" len="sm"/>
                      <a:tailEnd type="none" w="sm" len="sm"/>
                    </a:lnR>
                    <a:lnT w="19375" cap="flat" cmpd="sng">
                      <a:solidFill>
                        <a:srgbClr val="DFE3E3"/>
                      </a:solidFill>
                      <a:prstDash val="solid"/>
                      <a:round/>
                      <a:headEnd type="none" w="sm" len="sm"/>
                      <a:tailEnd type="none" w="sm" len="sm"/>
                    </a:lnT>
                    <a:lnB w="12700" cap="flat" cmpd="sng">
                      <a:solidFill>
                        <a:srgbClr val="32C4F3"/>
                      </a:solidFill>
                      <a:prstDash val="solid"/>
                      <a:round/>
                      <a:headEnd type="none" w="sm" len="sm"/>
                      <a:tailEnd type="none" w="sm" len="sm"/>
                    </a:lnB>
                    <a:solidFill>
                      <a:srgbClr val="0BA2B3"/>
                    </a:solidFill>
                  </a:tcPr>
                </a:tc>
                <a:tc>
                  <a:txBody>
                    <a:bodyPr/>
                    <a:lstStyle/>
                    <a:p>
                      <a:pPr marL="0" marR="0" lvl="0" indent="0" algn="l" rtl="0">
                        <a:lnSpc>
                          <a:spcPct val="115000"/>
                        </a:lnSpc>
                        <a:spcBef>
                          <a:spcPts val="0"/>
                        </a:spcBef>
                        <a:spcAft>
                          <a:spcPts val="0"/>
                        </a:spcAft>
                        <a:buClr>
                          <a:srgbClr val="000000"/>
                        </a:buClr>
                        <a:buSzPts val="1800"/>
                        <a:buFont typeface="Arial"/>
                        <a:buNone/>
                      </a:pPr>
                      <a:r>
                        <a:rPr lang="en-IN" sz="1800" dirty="0" smtClean="0"/>
                        <a:t>Gmail, </a:t>
                      </a:r>
                      <a:r>
                        <a:rPr lang="en-IN" sz="1800" dirty="0" err="1" smtClean="0"/>
                        <a:t>Calendly</a:t>
                      </a:r>
                      <a:r>
                        <a:rPr lang="en-IN" sz="1800" dirty="0" smtClean="0"/>
                        <a:t>, </a:t>
                      </a:r>
                      <a:r>
                        <a:rPr lang="en-IN" sz="1800" dirty="0" err="1" smtClean="0"/>
                        <a:t>Webhooks</a:t>
                      </a:r>
                      <a:endParaRPr sz="1700" b="0" i="0" u="none" strike="noStrike" cap="none" dirty="0">
                        <a:solidFill>
                          <a:srgbClr val="000000"/>
                        </a:solidFil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32C4F3"/>
                      </a:solidFill>
                      <a:prstDash val="solid"/>
                      <a:round/>
                      <a:headEnd type="none" w="sm" len="sm"/>
                      <a:tailEnd type="none" w="sm" len="sm"/>
                    </a:lnR>
                    <a:lnT w="19375" cap="flat" cmpd="sng">
                      <a:solidFill>
                        <a:srgbClr val="DFE3E3"/>
                      </a:solidFill>
                      <a:prstDash val="solid"/>
                      <a:round/>
                      <a:headEnd type="none" w="sm" len="sm"/>
                      <a:tailEnd type="none" w="sm" len="sm"/>
                    </a:lnT>
                    <a:lnB w="12700" cap="flat" cmpd="sng">
                      <a:solidFill>
                        <a:srgbClr val="32C4F3"/>
                      </a:solidFill>
                      <a:prstDash val="solid"/>
                      <a:round/>
                      <a:headEnd type="none" w="sm" len="sm"/>
                      <a:tailEnd type="none" w="sm" len="sm"/>
                    </a:lnB>
                    <a:solidFill>
                      <a:srgbClr val="0BA2B3"/>
                    </a:solidFill>
                  </a:tcPr>
                </a:tc>
                <a:extLst>
                  <a:ext uri="{0D108BD9-81ED-4DB2-BD59-A6C34878D82A}">
                    <a16:rowId xmlns:a16="http://schemas.microsoft.com/office/drawing/2014/main" val="10004"/>
                  </a:ext>
                </a:extLst>
              </a:tr>
            </a:tbl>
          </a:graphicData>
        </a:graphic>
      </p:graphicFrame>
      <p:sp>
        <p:nvSpPr>
          <p:cNvPr id="189" name="Google Shape;189;p4"/>
          <p:cNvSpPr/>
          <p:nvPr/>
        </p:nvSpPr>
        <p:spPr>
          <a:xfrm>
            <a:off x="359999" y="859929"/>
            <a:ext cx="10398300" cy="646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Times New Roman"/>
              <a:buNone/>
            </a:pPr>
            <a:r>
              <a:rPr lang="en-US" sz="1800" b="0" i="0" u="none" strike="noStrike" cap="none">
                <a:solidFill>
                  <a:srgbClr val="000000"/>
                </a:solidFill>
                <a:latin typeface="Times New Roman"/>
                <a:ea typeface="Times New Roman"/>
                <a:cs typeface="Times New Roman"/>
                <a:sym typeface="Times New Roman"/>
              </a:rPr>
              <a:t> </a:t>
            </a: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0" name="Google Shape;190;p4"/>
          <p:cNvSpPr/>
          <p:nvPr/>
        </p:nvSpPr>
        <p:spPr>
          <a:xfrm>
            <a:off x="6681500" y="1030593"/>
            <a:ext cx="5497800" cy="48960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Clr>
                <a:schemeClr val="dk1"/>
              </a:buClr>
              <a:buSzPts val="2000"/>
              <a:buFont typeface="Arial"/>
              <a:buNone/>
            </a:pPr>
            <a:r>
              <a:rPr lang="en-US" sz="2100" b="1" i="0" u="none" strike="noStrike" cap="none" dirty="0">
                <a:solidFill>
                  <a:schemeClr val="dk1"/>
                </a:solidFill>
                <a:latin typeface="Arial"/>
                <a:ea typeface="Arial"/>
                <a:cs typeface="Arial"/>
                <a:sym typeface="Arial"/>
              </a:rPr>
              <a:t>Benefits, impact and outcomes</a:t>
            </a:r>
            <a:endParaRPr sz="1500" dirty="0"/>
          </a:p>
        </p:txBody>
      </p:sp>
      <p:sp>
        <p:nvSpPr>
          <p:cNvPr id="191" name="Google Shape;191;p4"/>
          <p:cNvSpPr txBox="1"/>
          <p:nvPr/>
        </p:nvSpPr>
        <p:spPr>
          <a:xfrm>
            <a:off x="6339624" y="1584288"/>
            <a:ext cx="5500500" cy="5627705"/>
          </a:xfrm>
          <a:prstGeom prst="rect">
            <a:avLst/>
          </a:prstGeom>
          <a:noFill/>
          <a:ln>
            <a:noFill/>
          </a:ln>
        </p:spPr>
        <p:txBody>
          <a:bodyPr spcFirstLastPara="1" wrap="square" lIns="91425" tIns="45700" rIns="91425" bIns="45700" anchor="t" anchorCtr="0">
            <a:noAutofit/>
          </a:bodyPr>
          <a:lstStyle/>
          <a:p>
            <a:pPr marL="457200" lvl="0" indent="-342900">
              <a:lnSpc>
                <a:spcPct val="150000"/>
              </a:lnSpc>
              <a:spcBef>
                <a:spcPts val="1200"/>
              </a:spcBef>
              <a:buClr>
                <a:srgbClr val="1D1D1F"/>
              </a:buClr>
              <a:buSzPts val="1800"/>
              <a:buChar char="●"/>
            </a:pPr>
            <a:r>
              <a:rPr lang="en-GB" sz="1600" dirty="0"/>
              <a:t>AI-driven recruitment beyond ATS </a:t>
            </a:r>
            <a:r>
              <a:rPr lang="en-GB" sz="1600" dirty="0" smtClean="0"/>
              <a:t>scoring</a:t>
            </a:r>
          </a:p>
          <a:p>
            <a:pPr marL="457200" lvl="0" indent="-342900">
              <a:lnSpc>
                <a:spcPct val="150000"/>
              </a:lnSpc>
              <a:spcBef>
                <a:spcPts val="1200"/>
              </a:spcBef>
              <a:buClr>
                <a:srgbClr val="1D1D1F"/>
              </a:buClr>
              <a:buSzPts val="1800"/>
              <a:buChar char="●"/>
            </a:pPr>
            <a:r>
              <a:rPr lang="en-GB" sz="1600" dirty="0"/>
              <a:t>Automates processing of unstructured job </a:t>
            </a:r>
            <a:r>
              <a:rPr lang="en-GB" sz="1600" dirty="0" smtClean="0"/>
              <a:t>applications</a:t>
            </a:r>
          </a:p>
          <a:p>
            <a:pPr marL="457200" lvl="0" indent="-342900">
              <a:lnSpc>
                <a:spcPct val="150000"/>
              </a:lnSpc>
              <a:spcBef>
                <a:spcPts val="1200"/>
              </a:spcBef>
              <a:buClr>
                <a:srgbClr val="1D1D1F"/>
              </a:buClr>
              <a:buSzPts val="1800"/>
              <a:buChar char="●"/>
            </a:pPr>
            <a:r>
              <a:rPr lang="en-GB" sz="1600" dirty="0"/>
              <a:t>Collects missing candidate information </a:t>
            </a:r>
            <a:r>
              <a:rPr lang="en-GB" sz="1600" dirty="0" smtClean="0"/>
              <a:t>automatically</a:t>
            </a:r>
          </a:p>
          <a:p>
            <a:pPr marL="457200" lvl="0" indent="-342900">
              <a:lnSpc>
                <a:spcPct val="150000"/>
              </a:lnSpc>
              <a:spcBef>
                <a:spcPts val="1200"/>
              </a:spcBef>
              <a:buClr>
                <a:srgbClr val="1D1D1F"/>
              </a:buClr>
              <a:buSzPts val="1800"/>
              <a:buChar char="●"/>
            </a:pPr>
            <a:r>
              <a:rPr lang="en-GB" sz="1600" dirty="0"/>
              <a:t>Intelligently routes candidates using business </a:t>
            </a:r>
            <a:r>
              <a:rPr lang="en-GB" sz="1600" dirty="0" smtClean="0"/>
              <a:t>context</a:t>
            </a:r>
          </a:p>
          <a:p>
            <a:pPr marL="457200" lvl="0" indent="-342900">
              <a:lnSpc>
                <a:spcPct val="150000"/>
              </a:lnSpc>
              <a:spcBef>
                <a:spcPts val="1200"/>
              </a:spcBef>
              <a:buClr>
                <a:srgbClr val="1D1D1F"/>
              </a:buClr>
              <a:buSzPts val="1800"/>
              <a:buChar char="●"/>
            </a:pPr>
            <a:r>
              <a:rPr lang="en-GB" sz="1600" dirty="0"/>
              <a:t>Automates interview scheduling with calendar </a:t>
            </a:r>
            <a:r>
              <a:rPr lang="en-GB" sz="1600" dirty="0" smtClean="0"/>
              <a:t>integration</a:t>
            </a:r>
          </a:p>
          <a:p>
            <a:pPr marL="457200" lvl="0" indent="-342900">
              <a:lnSpc>
                <a:spcPct val="150000"/>
              </a:lnSpc>
              <a:spcBef>
                <a:spcPts val="1200"/>
              </a:spcBef>
              <a:buClr>
                <a:srgbClr val="1D1D1F"/>
              </a:buClr>
              <a:buSzPts val="1800"/>
              <a:buChar char="●"/>
            </a:pPr>
            <a:r>
              <a:rPr lang="en-GB" sz="1600" dirty="0"/>
              <a:t>Reduces recruiter effort and accelerates </a:t>
            </a:r>
            <a:r>
              <a:rPr lang="en-GB" sz="1600" dirty="0" smtClean="0"/>
              <a:t>hiring</a:t>
            </a:r>
          </a:p>
          <a:p>
            <a:pPr marL="457200" lvl="0" indent="-342900">
              <a:lnSpc>
                <a:spcPct val="150000"/>
              </a:lnSpc>
              <a:spcBef>
                <a:spcPts val="1200"/>
              </a:spcBef>
              <a:buClr>
                <a:srgbClr val="1D1D1F"/>
              </a:buClr>
              <a:buSzPts val="1800"/>
              <a:buChar char="●"/>
            </a:pPr>
            <a:r>
              <a:rPr lang="en-GB" sz="1600" dirty="0"/>
              <a:t>Ensures the right talent reaches the right </a:t>
            </a:r>
            <a:r>
              <a:rPr lang="en-GB" sz="1600" dirty="0" smtClean="0"/>
              <a:t>opportunity</a:t>
            </a:r>
            <a:r>
              <a:rPr lang="en-US" sz="1600" dirty="0" smtClean="0">
                <a:solidFill>
                  <a:srgbClr val="1D1D1F"/>
                </a:solidFill>
                <a:highlight>
                  <a:srgbClr val="FFFFFF"/>
                </a:highlight>
              </a:rPr>
              <a:t>.</a:t>
            </a:r>
            <a:endParaRPr sz="1600" dirty="0">
              <a:solidFill>
                <a:srgbClr val="1D1D1F"/>
              </a:solidFill>
              <a:highlight>
                <a:srgbClr val="FFFFFF"/>
              </a:highlight>
            </a:endParaRPr>
          </a:p>
          <a:p>
            <a:pPr marL="457200" marR="0" lvl="0" indent="0" algn="l" rtl="0">
              <a:lnSpc>
                <a:spcPct val="122222"/>
              </a:lnSpc>
              <a:spcBef>
                <a:spcPts val="1200"/>
              </a:spcBef>
              <a:spcAft>
                <a:spcPts val="0"/>
              </a:spcAft>
              <a:buNone/>
            </a:pPr>
            <a:endParaRPr sz="1800" dirty="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5"/>
          <p:cNvSpPr txBox="1">
            <a:spLocks noGrp="1"/>
          </p:cNvSpPr>
          <p:nvPr>
            <p:ph type="sldNum" idx="12"/>
          </p:nvPr>
        </p:nvSpPr>
        <p:spPr>
          <a:xfrm>
            <a:off x="11574470" y="6480000"/>
            <a:ext cx="157094" cy="153888"/>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Clr>
                <a:schemeClr val="dk1"/>
              </a:buClr>
              <a:buSzPts val="1000"/>
              <a:buFont typeface="Arial"/>
              <a:buNone/>
            </a:pPr>
            <a:fld id="{00000000-1234-1234-1234-123412341234}" type="slidenum">
              <a:rPr lang="en-US"/>
              <a:t>4</a:t>
            </a:fld>
            <a:endParaRPr/>
          </a:p>
        </p:txBody>
      </p:sp>
      <p:sp>
        <p:nvSpPr>
          <p:cNvPr id="197" name="Google Shape;197;p5"/>
          <p:cNvSpPr/>
          <p:nvPr/>
        </p:nvSpPr>
        <p:spPr>
          <a:xfrm>
            <a:off x="359999" y="859929"/>
            <a:ext cx="10398312" cy="646331"/>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800"/>
              <a:buFont typeface="Times New Roman"/>
              <a:buNone/>
            </a:pPr>
            <a:r>
              <a:rPr lang="en-US" sz="1800" b="0" i="0" u="none" strike="noStrike" cap="none">
                <a:solidFill>
                  <a:srgbClr val="000000"/>
                </a:solidFill>
                <a:latin typeface="Times New Roman"/>
                <a:ea typeface="Times New Roman"/>
                <a:cs typeface="Times New Roman"/>
                <a:sym typeface="Times New Roman"/>
              </a:rPr>
              <a:t> </a:t>
            </a:r>
            <a:endParaRPr sz="18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8" name="Google Shape;198;p5"/>
          <p:cNvSpPr txBox="1"/>
          <p:nvPr/>
        </p:nvSpPr>
        <p:spPr>
          <a:xfrm>
            <a:off x="359999" y="360000"/>
            <a:ext cx="9000000" cy="9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000"/>
              <a:buFont typeface="Arial"/>
              <a:buNone/>
            </a:pPr>
            <a:r>
              <a:rPr lang="en-US" sz="3000" b="1" i="0" u="none" strike="noStrike" cap="none">
                <a:solidFill>
                  <a:schemeClr val="dk1"/>
                </a:solidFill>
                <a:latin typeface="Arial"/>
                <a:ea typeface="Arial"/>
                <a:cs typeface="Arial"/>
                <a:sym typeface="Arial"/>
              </a:rPr>
              <a:t>Solution architecture</a:t>
            </a:r>
            <a:endParaRPr sz="3000" b="1" i="0" u="none" strike="noStrike" cap="none">
              <a:solidFill>
                <a:schemeClr val="dk1"/>
              </a:solidFill>
              <a:latin typeface="Arial"/>
              <a:ea typeface="Arial"/>
              <a:cs typeface="Arial"/>
              <a:sym typeface="Arial"/>
            </a:endParaRPr>
          </a:p>
        </p:txBody>
      </p:sp>
      <p:sp>
        <p:nvSpPr>
          <p:cNvPr id="199" name="Google Shape;199;p5"/>
          <p:cNvSpPr txBox="1"/>
          <p:nvPr/>
        </p:nvSpPr>
        <p:spPr>
          <a:xfrm>
            <a:off x="-1" y="1414435"/>
            <a:ext cx="11459400" cy="4426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sz="2100" dirty="0">
              <a:solidFill>
                <a:srgbClr val="1D1D1F"/>
              </a:solidFill>
              <a:highlight>
                <a:srgbClr val="FFFFFF"/>
              </a:highlight>
            </a:endParaRPr>
          </a:p>
          <a:p>
            <a:pPr marL="0" lvl="0" indent="0" algn="l" rtl="0">
              <a:lnSpc>
                <a:spcPct val="115000"/>
              </a:lnSpc>
              <a:spcBef>
                <a:spcPts val="0"/>
              </a:spcBef>
              <a:spcAft>
                <a:spcPts val="0"/>
              </a:spcAft>
              <a:buNone/>
            </a:pPr>
            <a:r>
              <a:rPr lang="en-US" sz="2100" dirty="0">
                <a:solidFill>
                  <a:srgbClr val="1D1D1F"/>
                </a:solidFill>
                <a:highlight>
                  <a:srgbClr val="FFFFFF"/>
                </a:highlight>
              </a:rPr>
              <a:t>"See complete architecture and screenshots in our GitHub repository:"</a:t>
            </a:r>
            <a:endParaRPr sz="2100" dirty="0">
              <a:solidFill>
                <a:srgbClr val="1D1D1F"/>
              </a:solidFill>
              <a:highlight>
                <a:srgbClr val="FFFFFF"/>
              </a:highlight>
            </a:endParaRPr>
          </a:p>
          <a:p>
            <a:pPr marL="0" lvl="0" indent="0" algn="l" rtl="0">
              <a:lnSpc>
                <a:spcPct val="115000"/>
              </a:lnSpc>
              <a:spcBef>
                <a:spcPts val="0"/>
              </a:spcBef>
              <a:spcAft>
                <a:spcPts val="0"/>
              </a:spcAft>
              <a:buNone/>
            </a:pPr>
            <a:endParaRPr sz="2100" dirty="0">
              <a:solidFill>
                <a:srgbClr val="1D1D1F"/>
              </a:solidFill>
              <a:highlight>
                <a:srgbClr val="FFFFFF"/>
              </a:highlight>
            </a:endParaRPr>
          </a:p>
          <a:p>
            <a:pPr lvl="0">
              <a:lnSpc>
                <a:spcPct val="115000"/>
              </a:lnSpc>
            </a:pPr>
            <a:r>
              <a:rPr lang="en-US" sz="2100" dirty="0">
                <a:solidFill>
                  <a:srgbClr val="1D1D1F"/>
                </a:solidFill>
                <a:highlight>
                  <a:srgbClr val="FFFFFF"/>
                </a:highlight>
              </a:rPr>
              <a:t>GitHub </a:t>
            </a:r>
            <a:r>
              <a:rPr lang="en-US" sz="2100" dirty="0" err="1">
                <a:solidFill>
                  <a:srgbClr val="1D1D1F"/>
                </a:solidFill>
                <a:highlight>
                  <a:srgbClr val="FFFFFF"/>
                </a:highlight>
              </a:rPr>
              <a:t>Repo:https</a:t>
            </a:r>
            <a:r>
              <a:rPr lang="en-US" sz="2100" dirty="0">
                <a:solidFill>
                  <a:srgbClr val="1D1D1F"/>
                </a:solidFill>
                <a:highlight>
                  <a:srgbClr val="FFFFFF"/>
                </a:highlight>
              </a:rPr>
              <a:t>://github.com/</a:t>
            </a:r>
            <a:r>
              <a:rPr lang="en-US" sz="2100" dirty="0" err="1">
                <a:solidFill>
                  <a:srgbClr val="1D1D1F"/>
                </a:solidFill>
                <a:highlight>
                  <a:srgbClr val="FFFFFF"/>
                </a:highlight>
              </a:rPr>
              <a:t>rakeshpinnu</a:t>
            </a:r>
            <a:r>
              <a:rPr lang="en-US" sz="2100" dirty="0">
                <a:solidFill>
                  <a:srgbClr val="1D1D1F"/>
                </a:solidFill>
                <a:highlight>
                  <a:srgbClr val="FFFFFF"/>
                </a:highlight>
              </a:rPr>
              <a:t>/</a:t>
            </a:r>
            <a:r>
              <a:rPr lang="en-US" sz="2100" dirty="0" err="1">
                <a:solidFill>
                  <a:srgbClr val="1D1D1F"/>
                </a:solidFill>
                <a:highlight>
                  <a:srgbClr val="FFFFFF"/>
                </a:highlight>
              </a:rPr>
              <a:t>TalentFlowAI</a:t>
            </a:r>
            <a:endParaRPr sz="1800" b="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Primary Presentation Layouts">
  <a:themeElements>
    <a:clrScheme name="UiPath colors">
      <a:dk1>
        <a:srgbClr val="172024"/>
      </a:dk1>
      <a:lt1>
        <a:srgbClr val="FFFFFF"/>
      </a:lt1>
      <a:dk2>
        <a:srgbClr val="9D9D9D"/>
      </a:dk2>
      <a:lt2>
        <a:srgbClr val="F6F6F6"/>
      </a:lt2>
      <a:accent1>
        <a:srgbClr val="FA4616"/>
      </a:accent1>
      <a:accent2>
        <a:srgbClr val="1E6482"/>
      </a:accent2>
      <a:accent3>
        <a:srgbClr val="A32200"/>
      </a:accent3>
      <a:accent4>
        <a:srgbClr val="0BA2B3"/>
      </a:accent4>
      <a:accent5>
        <a:srgbClr val="8B288A"/>
      </a:accent5>
      <a:accent6>
        <a:srgbClr val="FA7678"/>
      </a:accent6>
      <a:hlink>
        <a:srgbClr val="5BCBDE"/>
      </a:hlink>
      <a:folHlink>
        <a:srgbClr val="5BCBD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rimary Presentation Layouts">
  <a:themeElements>
    <a:clrScheme name="Primary Presentation Layouts">
      <a:dk1>
        <a:srgbClr val="000000"/>
      </a:dk1>
      <a:lt1>
        <a:srgbClr val="FFFFFF"/>
      </a:lt1>
      <a:dk2>
        <a:srgbClr val="9D9D9D"/>
      </a:dk2>
      <a:lt2>
        <a:srgbClr val="A32200"/>
      </a:lt2>
      <a:accent1>
        <a:srgbClr val="FCC0C5"/>
      </a:accent1>
      <a:accent2>
        <a:srgbClr val="5BCBDE"/>
      </a:accent2>
      <a:accent3>
        <a:srgbClr val="F6F6F6"/>
      </a:accent3>
      <a:accent4>
        <a:srgbClr val="434648"/>
      </a:accent4>
      <a:accent5>
        <a:srgbClr val="FFCBFF"/>
      </a:accent5>
      <a:accent6>
        <a:srgbClr val="1168CD"/>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284</Words>
  <Application>Microsoft Office PowerPoint</Application>
  <PresentationFormat>Custom</PresentationFormat>
  <Paragraphs>36</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NTR</vt:lpstr>
      <vt:lpstr>Times New Roman</vt:lpstr>
      <vt:lpstr>Primary Presentation Layouts</vt:lpstr>
      <vt:lpstr>TalentFlowAI Because Great Talent Should Never Be Lost</vt:lpstr>
      <vt:lpstr>Problem statement and proposed solution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TalentFlowAI Because Great Talent Should Never Be Lost</dc:title>
  <dc:creator>Andreea Tomescu</dc:creator>
  <cp:lastModifiedBy>HP</cp:lastModifiedBy>
  <cp:revision>2</cp:revision>
  <dcterms:created xsi:type="dcterms:W3CDTF">2025-06-06T15:41:05Z</dcterms:created>
  <dcterms:modified xsi:type="dcterms:W3CDTF">2026-06-30T00:07:50Z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0x0101006586BB0CA657274B8C976C7E0436D499</vt:lpwstr>
  </property>
  <property fmtid="{D5CDD505-2E9C-101B-9397-08002B2CF9AE}" pid="3" name="MediaServiceImageTags">
    <vt:lpwstr/>
  </property>
</Properties>
</file>